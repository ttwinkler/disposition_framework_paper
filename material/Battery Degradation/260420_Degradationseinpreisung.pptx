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slideLayouts/slideLayout4.xml" ContentType="application/vnd.openxmlformats-officedocument.presentationml.slideLayout+xml"/>
  <Override PartName="/ppt/theme/theme3.xml" ContentType="application/vnd.openxmlformats-officedocument.theme+xml"/>
  <Override PartName="/ppt/slideLayouts/slideLayout5.xml" ContentType="application/vnd.openxmlformats-officedocument.presentationml.slideLayout+xml"/>
  <Override PartName="/ppt/theme/theme4.xml" ContentType="application/vnd.openxmlformats-officedocument.theme+xml"/>
  <Override PartName="/ppt/slideLayouts/slideLayout6.xml" ContentType="application/vnd.openxmlformats-officedocument.presentationml.slideLayout+xml"/>
  <Override PartName="/ppt/theme/theme5.xml" ContentType="application/vnd.openxmlformats-officedocument.theme+xml"/>
  <Override PartName="/ppt/slideLayouts/slideLayout7.xml" ContentType="application/vnd.openxmlformats-officedocument.presentationml.slideLayout+xml"/>
  <Override PartName="/ppt/theme/theme6.xml" ContentType="application/vnd.openxmlformats-officedocument.theme+xml"/>
  <Override PartName="/ppt/slideLayouts/slideLayout8.xml" ContentType="application/vnd.openxmlformats-officedocument.presentationml.slideLayout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67" r:id="rId4"/>
    <p:sldMasterId id="2147483787" r:id="rId5"/>
    <p:sldMasterId id="2147483797" r:id="rId6"/>
    <p:sldMasterId id="2147483807" r:id="rId7"/>
    <p:sldMasterId id="2147483817" r:id="rId8"/>
    <p:sldMasterId id="2147483827" r:id="rId9"/>
    <p:sldMasterId id="2147483837" r:id="rId10"/>
  </p:sldMasterIdLst>
  <p:notesMasterIdLst>
    <p:notesMasterId r:id="rId12"/>
  </p:notesMasterIdLst>
  <p:handoutMasterIdLst>
    <p:handoutMasterId r:id="rId13"/>
  </p:handoutMasterIdLst>
  <p:sldIdLst>
    <p:sldId id="623" r:id="rId11"/>
  </p:sldIdLst>
  <p:sldSz cx="12192000" cy="6858000"/>
  <p:notesSz cx="9925050" cy="6665913"/>
  <p:custDataLst>
    <p:tags r:id="rId14"/>
  </p:custDataLst>
  <p:defaultTextStyle>
    <a:defPPr>
      <a:defRPr lang="de-DE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521415D9-36F7-43E2-AB2F-B90AF26B5E84}">
      <p14:sectionLst xmlns:p14="http://schemas.microsoft.com/office/powerpoint/2010/main">
        <p14:section name="Vorgehen" id="{1F302DD6-238E-4723-AFD5-BC4F80F9F717}">
          <p14:sldIdLst>
            <p14:sldId id="623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100">
          <p15:clr>
            <a:srgbClr val="A4A3A4"/>
          </p15:clr>
        </p15:guide>
        <p15:guide id="2" pos="3126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CA5FF"/>
    <a:srgbClr val="006FC2"/>
    <a:srgbClr val="004C8E"/>
    <a:srgbClr val="82A7C8"/>
    <a:srgbClr val="003E6E"/>
    <a:srgbClr val="FFC000"/>
    <a:srgbClr val="FF0000"/>
    <a:srgbClr val="FFFFFF"/>
    <a:srgbClr val="009E47"/>
    <a:srgbClr val="BFF7B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2D5ABB26-0587-4C30-8999-92F81FD0307C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Keine Formatvorlage, kein Raster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93296810-A885-4BE3-A3E7-6D5BEEA58F35}" styleName="Mittlere Formatvorlage 2 - Akz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84E427A-3D55-4303-BF80-6455036E1DE7}" styleName="Designformatvorlage 1 - Akz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E269D01E-BC32-4049-B463-5C60D7B0CCD2}" styleName="Designformatvorlage 2 - Akzent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9D7B26C5-4107-4FEC-AEDC-1716B250A1EF}" styleName="Helle Formatvorlag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ED083AE6-46FA-4A59-8FB0-9F97EB10719F}" styleName="Helle Formatvorlage 3 - Akz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17292A2E-F333-43FB-9621-5CBBE7FDCDCB}" styleName="Helle Formatvorlage 2 - Akz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D27102A9-8310-4765-A935-A1911B00CA55}" styleName="Helle Formatvorlage 1 - Akz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8EC20E35-A176-4012-BC5E-935CFFF8708E}" styleName="Mittlere Formatvorlag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C4B1156A-380E-4F78-BDF5-A606A8083BF9}" styleName="Mittlere Formatvorlage 4 - Akz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74C1A8A3-306A-4EB7-A6B1-4F7E0EB9C5D6}" styleName="Mittlere Formatvorlage 3 - Akzent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D7AC3CCA-C797-4891-BE02-D94E43425B78}" styleName="Mittlere Formatvorlag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5940675A-B579-460E-94D1-54222C63F5DA}" styleName="Keine Formatvorlage, Tabellenraster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E9639D4-E3E2-4D34-9284-5A2195B3D0D7}" styleName="Helle Formatvorlag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3B4B98B0-60AC-42C2-AFA5-B58CD77FA1E5}" styleName="Helle Formatvorlage 1 - Akz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BC89EF96-8CEA-46FF-86C4-4CE0E7609802}" styleName="Helle Formatvorlage 3 - Akz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4" autoAdjust="0"/>
    <p:restoredTop sz="95033" autoAdjust="0"/>
  </p:normalViewPr>
  <p:slideViewPr>
    <p:cSldViewPr snapToGrid="0">
      <p:cViewPr varScale="1">
        <p:scale>
          <a:sx n="74" d="100"/>
          <a:sy n="74" d="100"/>
        </p:scale>
        <p:origin x="376" y="36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25" d="100"/>
        <a:sy n="125" d="100"/>
      </p:scale>
      <p:origin x="0" y="0"/>
    </p:cViewPr>
  </p:notesTextViewPr>
  <p:sorterViewPr>
    <p:cViewPr>
      <p:scale>
        <a:sx n="200" d="100"/>
        <a:sy n="200" d="100"/>
      </p:scale>
      <p:origin x="0" y="0"/>
    </p:cViewPr>
  </p:sorterViewPr>
  <p:notesViewPr>
    <p:cSldViewPr snapToGrid="0">
      <p:cViewPr varScale="1">
        <p:scale>
          <a:sx n="135" d="100"/>
          <a:sy n="135" d="100"/>
        </p:scale>
        <p:origin x="-1518" y="-90"/>
      </p:cViewPr>
      <p:guideLst>
        <p:guide orient="horz" pos="2100"/>
        <p:guide pos="3126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5.xml"/><Relationship Id="rId13" Type="http://schemas.openxmlformats.org/officeDocument/2006/relationships/handoutMaster" Target="handoutMasters/handoutMaster1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Master" Target="slideMasters/slideMaster4.xml"/><Relationship Id="rId12" Type="http://schemas.openxmlformats.org/officeDocument/2006/relationships/notesMaster" Target="notesMasters/notesMaster1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1.xml"/><Relationship Id="rId5" Type="http://schemas.openxmlformats.org/officeDocument/2006/relationships/slideMaster" Target="slideMasters/slideMaster2.xml"/><Relationship Id="rId15" Type="http://schemas.openxmlformats.org/officeDocument/2006/relationships/presProps" Target="presProps.xml"/><Relationship Id="rId10" Type="http://schemas.openxmlformats.org/officeDocument/2006/relationships/slideMaster" Target="slideMasters/slideMaster7.xml"/><Relationship Id="rId4" Type="http://schemas.openxmlformats.org/officeDocument/2006/relationships/slideMaster" Target="slideMasters/slideMaster1.xml"/><Relationship Id="rId9" Type="http://schemas.openxmlformats.org/officeDocument/2006/relationships/slideMaster" Target="slideMasters/slideMaster6.xml"/><Relationship Id="rId14" Type="http://schemas.openxmlformats.org/officeDocument/2006/relationships/tags" Target="tags/tag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9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4300855" cy="333296"/>
          </a:xfrm>
          <a:prstGeom prst="rect">
            <a:avLst/>
          </a:prstGeom>
        </p:spPr>
        <p:txBody>
          <a:bodyPr vert="horz" lIns="90708" tIns="45354" rIns="90708" bIns="45354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endParaRPr lang="en-GB" dirty="0"/>
          </a:p>
        </p:txBody>
      </p:sp>
      <p:sp>
        <p:nvSpPr>
          <p:cNvPr id="3" name="Datumsplatzhalter 2"/>
          <p:cNvSpPr>
            <a:spLocks noGrp="1"/>
          </p:cNvSpPr>
          <p:nvPr>
            <p:ph type="dt" sz="quarter" idx="1"/>
          </p:nvPr>
        </p:nvSpPr>
        <p:spPr>
          <a:xfrm>
            <a:off x="5621901" y="0"/>
            <a:ext cx="4300855" cy="333296"/>
          </a:xfrm>
          <a:prstGeom prst="rect">
            <a:avLst/>
          </a:prstGeom>
        </p:spPr>
        <p:txBody>
          <a:bodyPr vert="horz" lIns="90708" tIns="45354" rIns="90708" bIns="45354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fld id="{20751376-2EB8-4403-B858-305A8AAA6B01}" type="datetimeFigureOut">
              <a:rPr lang="en-GB"/>
              <a:pPr>
                <a:defRPr/>
              </a:pPr>
              <a:t>02/09/2026</a:t>
            </a:fld>
            <a:endParaRPr lang="en-GB" dirty="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2"/>
          </p:nvPr>
        </p:nvSpPr>
        <p:spPr>
          <a:xfrm>
            <a:off x="2" y="6331460"/>
            <a:ext cx="4300855" cy="333296"/>
          </a:xfrm>
          <a:prstGeom prst="rect">
            <a:avLst/>
          </a:prstGeom>
        </p:spPr>
        <p:txBody>
          <a:bodyPr vert="horz" lIns="90708" tIns="45354" rIns="90708" bIns="45354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3"/>
          </p:nvPr>
        </p:nvSpPr>
        <p:spPr>
          <a:xfrm>
            <a:off x="5621901" y="6331460"/>
            <a:ext cx="4300855" cy="333296"/>
          </a:xfrm>
          <a:prstGeom prst="rect">
            <a:avLst/>
          </a:prstGeom>
        </p:spPr>
        <p:txBody>
          <a:bodyPr vert="horz" lIns="90708" tIns="45354" rIns="90708" bIns="45354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fld id="{62C15F7A-46C6-4AD2-BFEC-842DCCCC19C4}" type="slidenum">
              <a:rPr lang="en-GB"/>
              <a:pPr>
                <a:defRPr/>
              </a:pPr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2909573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8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4300855" cy="333296"/>
          </a:xfrm>
          <a:prstGeom prst="rect">
            <a:avLst/>
          </a:prstGeom>
        </p:spPr>
        <p:txBody>
          <a:bodyPr vert="horz" lIns="90708" tIns="45354" rIns="90708" bIns="45354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5621901" y="0"/>
            <a:ext cx="4300855" cy="333296"/>
          </a:xfrm>
          <a:prstGeom prst="rect">
            <a:avLst/>
          </a:prstGeom>
        </p:spPr>
        <p:txBody>
          <a:bodyPr vert="horz" lIns="90708" tIns="45354" rIns="90708" bIns="45354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89C46BC9-2C9E-4670-A85A-6A588BA2D405}" type="datetimeFigureOut">
              <a:rPr lang="en-GB"/>
              <a:pPr>
                <a:defRPr/>
              </a:pPr>
              <a:t>02/09/2026</a:t>
            </a:fld>
            <a:endParaRPr lang="en-GB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2740025" y="500063"/>
            <a:ext cx="4445000" cy="250031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0708" tIns="45354" rIns="90708" bIns="45354" rtlCol="0" anchor="ctr"/>
          <a:lstStyle/>
          <a:p>
            <a:pPr lvl="0"/>
            <a:endParaRPr lang="en-GB" noProof="0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992506" y="3166309"/>
            <a:ext cx="7940040" cy="2999661"/>
          </a:xfrm>
          <a:prstGeom prst="rect">
            <a:avLst/>
          </a:prstGeom>
        </p:spPr>
        <p:txBody>
          <a:bodyPr vert="horz" wrap="square" lIns="90708" tIns="45354" rIns="90708" bIns="45354" numCol="1" anchor="t" anchorCtr="0" compatLnSpc="1">
            <a:prstTxWarp prst="textNoShape">
              <a:avLst/>
            </a:prstTxWarp>
            <a:normAutofit/>
          </a:bodyPr>
          <a:lstStyle/>
          <a:p>
            <a:pPr lvl="0"/>
            <a:r>
              <a:rPr lang="de-DE" dirty="0"/>
              <a:t>Textmasterformate durch Klicken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en-GB" dirty="0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2" y="6331460"/>
            <a:ext cx="4300855" cy="333296"/>
          </a:xfrm>
          <a:prstGeom prst="rect">
            <a:avLst/>
          </a:prstGeom>
        </p:spPr>
        <p:txBody>
          <a:bodyPr vert="horz" lIns="90708" tIns="45354" rIns="90708" bIns="45354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5621901" y="6331460"/>
            <a:ext cx="4300855" cy="333296"/>
          </a:xfrm>
          <a:prstGeom prst="rect">
            <a:avLst/>
          </a:prstGeom>
        </p:spPr>
        <p:txBody>
          <a:bodyPr vert="horz" lIns="90708" tIns="45354" rIns="90708" bIns="45354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00AFC6D0-44D5-4EB7-828F-6F464F83D79A}" type="slidenum">
              <a:rPr lang="en-GB"/>
              <a:pPr>
                <a:defRPr/>
              </a:pPr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97997308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1pPr>
    <a:lvl2pPr marL="182563" indent="-182563" algn="l" rtl="0" fontAlgn="base">
      <a:spcBef>
        <a:spcPct val="30000"/>
      </a:spcBef>
      <a:spcAft>
        <a:spcPct val="0"/>
      </a:spcAft>
      <a:buFont typeface="Arial" charset="0"/>
      <a:buChar char="•"/>
      <a:defRPr sz="1200" kern="1200">
        <a:solidFill>
          <a:schemeClr val="tx1"/>
        </a:solidFill>
        <a:latin typeface="+mn-lt"/>
        <a:ea typeface="+mn-ea"/>
        <a:cs typeface="Arial" charset="0"/>
      </a:defRPr>
    </a:lvl2pPr>
    <a:lvl3pPr marL="355600" indent="-173038" algn="l" rtl="0" fontAlgn="base">
      <a:spcBef>
        <a:spcPct val="30000"/>
      </a:spcBef>
      <a:spcAft>
        <a:spcPct val="0"/>
      </a:spcAft>
      <a:buFont typeface="Symbol" pitchFamily="18" charset="2"/>
      <a:buChar char="-"/>
      <a:defRPr sz="1200" kern="1200">
        <a:solidFill>
          <a:schemeClr val="tx1"/>
        </a:solidFill>
        <a:latin typeface="+mn-lt"/>
        <a:ea typeface="+mn-ea"/>
        <a:cs typeface="Arial" charset="0"/>
      </a:defRPr>
    </a:lvl3pPr>
    <a:lvl4pPr marL="538163" indent="-182563" algn="l" rtl="0" fontAlgn="base">
      <a:spcBef>
        <a:spcPct val="30000"/>
      </a:spcBef>
      <a:spcAft>
        <a:spcPct val="0"/>
      </a:spcAft>
      <a:buFont typeface="Courier New" pitchFamily="49" charset="0"/>
      <a:buChar char="o"/>
      <a:defRPr sz="1200" kern="1200">
        <a:solidFill>
          <a:schemeClr val="tx1"/>
        </a:solidFill>
        <a:latin typeface="+mn-lt"/>
        <a:ea typeface="+mn-ea"/>
        <a:cs typeface="Arial" charset="0"/>
      </a:defRPr>
    </a:lvl4pPr>
    <a:lvl5pPr marL="720725" indent="-182563" algn="l" rtl="0" fontAlgn="base">
      <a:spcBef>
        <a:spcPct val="30000"/>
      </a:spcBef>
      <a:spcAft>
        <a:spcPct val="0"/>
      </a:spcAft>
      <a:buFont typeface="Wingdings" pitchFamily="2" charset="2"/>
      <a:buChar char="§"/>
      <a:defRPr sz="1200" kern="1200">
        <a:solidFill>
          <a:schemeClr val="tx1"/>
        </a:solidFill>
        <a:latin typeface="+mn-lt"/>
        <a:ea typeface="+mn-ea"/>
        <a:cs typeface="Arial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150476-0267-29F4-1B56-E66278D911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6032E7BF-016D-BE6A-71CF-9C445CE82FC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A7B83FA1-E028-ED3D-2824-7A1BF1E4BE5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66CA8D32-8BBE-FADC-EA1B-CEDCDB0E9EE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0AFC6D0-44D5-4EB7-828F-6F464F83D79A}" type="slidenum">
              <a:rPr lang="en-GB" smtClean="0"/>
              <a:pPr>
                <a:defRPr/>
              </a:pPr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6165870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Inhaltsplatzhalter 2"/>
          <p:cNvSpPr>
            <a:spLocks noGrp="1"/>
          </p:cNvSpPr>
          <p:nvPr>
            <p:ph idx="10" hasCustomPrompt="1"/>
          </p:nvPr>
        </p:nvSpPr>
        <p:spPr>
          <a:xfrm>
            <a:off x="425451" y="1978721"/>
            <a:ext cx="11345332" cy="1274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50000"/>
              </a:lnSpc>
              <a:defRPr lang="de-DE" sz="1600" baseline="0" noProof="0" dirty="0" smtClean="0"/>
            </a:lvl1pPr>
            <a:lvl2pPr>
              <a:defRPr lang="de-DE" noProof="0" dirty="0" smtClean="0"/>
            </a:lvl2pPr>
          </a:lstStyle>
          <a:p>
            <a:pPr lvl="0"/>
            <a:r>
              <a:rPr lang="de-DE" noProof="0" dirty="0"/>
              <a:t>Referent</a:t>
            </a:r>
            <a:br>
              <a:rPr lang="de-DE" noProof="0" dirty="0"/>
            </a:br>
            <a:r>
              <a:rPr lang="de-DE" noProof="0" dirty="0"/>
              <a:t>Ort, Datum (Schreibweise: 00. Januar 2015)</a:t>
            </a:r>
          </a:p>
        </p:txBody>
      </p:sp>
      <p:sp>
        <p:nvSpPr>
          <p:cNvPr id="14" name="Rechteck 13"/>
          <p:cNvSpPr/>
          <p:nvPr userDrawn="1"/>
        </p:nvSpPr>
        <p:spPr bwMode="auto">
          <a:xfrm>
            <a:off x="11130180" y="6408271"/>
            <a:ext cx="766981" cy="358588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7" name="Titel 1"/>
          <p:cNvSpPr>
            <a:spLocks noGrp="1"/>
          </p:cNvSpPr>
          <p:nvPr>
            <p:ph type="title" hasCustomPrompt="1"/>
          </p:nvPr>
        </p:nvSpPr>
        <p:spPr>
          <a:xfrm>
            <a:off x="425454" y="994335"/>
            <a:ext cx="11345332" cy="4103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defRPr lang="de-DE" sz="2400" b="1" noProof="0" dirty="0"/>
            </a:lvl1pPr>
          </a:lstStyle>
          <a:p>
            <a:pPr lvl="0">
              <a:lnSpc>
                <a:spcPts val="3200"/>
              </a:lnSpc>
            </a:pPr>
            <a:r>
              <a:rPr lang="de-DE" noProof="0" dirty="0"/>
              <a:t>Titel durch Klicken bearbeiten</a:t>
            </a:r>
          </a:p>
        </p:txBody>
      </p:sp>
      <p:sp>
        <p:nvSpPr>
          <p:cNvPr id="9" name="Textfeld 8"/>
          <p:cNvSpPr txBox="1"/>
          <p:nvPr userDrawn="1"/>
        </p:nvSpPr>
        <p:spPr>
          <a:xfrm>
            <a:off x="425453" y="314326"/>
            <a:ext cx="10266200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eaLnBrk="0" hangingPunct="0">
              <a:lnSpc>
                <a:spcPts val="800"/>
              </a:lnSpc>
            </a:pPr>
            <a:r>
              <a:rPr lang="de-DE" sz="800" dirty="0">
                <a:solidFill>
                  <a:srgbClr val="0065BD"/>
                </a:solidFill>
                <a:latin typeface="Arial" panose="020B0604020202020204"/>
                <a:cs typeface="+mn-cs"/>
              </a:rPr>
              <a:t>Lehrstuhl für Fahrzeugtechnik</a:t>
            </a:r>
          </a:p>
          <a:p>
            <a:pPr eaLnBrk="0" hangingPunct="0">
              <a:lnSpc>
                <a:spcPts val="800"/>
              </a:lnSpc>
            </a:pPr>
            <a:r>
              <a:rPr lang="de-DE" sz="800" dirty="0">
                <a:solidFill>
                  <a:srgbClr val="0065BD"/>
                </a:solidFill>
                <a:latin typeface="Arial" panose="020B0604020202020204"/>
                <a:cs typeface="+mn-cs"/>
              </a:rPr>
              <a:t>Fakultät für Maschinenwesen</a:t>
            </a:r>
          </a:p>
          <a:p>
            <a:pPr eaLnBrk="0" hangingPunct="0">
              <a:lnSpc>
                <a:spcPts val="800"/>
              </a:lnSpc>
            </a:pPr>
            <a:r>
              <a:rPr lang="de-DE" sz="800" dirty="0">
                <a:solidFill>
                  <a:srgbClr val="0065BD"/>
                </a:solidFill>
                <a:latin typeface="Arial" panose="020B0604020202020204"/>
                <a:cs typeface="+mn-cs"/>
              </a:rPr>
              <a:t>Technische Universität München</a:t>
            </a:r>
          </a:p>
        </p:txBody>
      </p:sp>
    </p:spTree>
    <p:extLst>
      <p:ext uri="{BB962C8B-B14F-4D97-AF65-F5344CB8AC3E}">
        <p14:creationId xmlns:p14="http://schemas.microsoft.com/office/powerpoint/2010/main" val="15961780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/>
          <p:cNvSpPr>
            <a:spLocks noGrp="1"/>
          </p:cNvSpPr>
          <p:nvPr>
            <p:ph idx="1" hasCustomPrompt="1"/>
          </p:nvPr>
        </p:nvSpPr>
        <p:spPr>
          <a:xfrm>
            <a:off x="425454" y="1598400"/>
            <a:ext cx="11345332" cy="48749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14000"/>
              </a:lnSpc>
              <a:defRPr lang="de-DE" sz="2000" noProof="0" dirty="0" smtClean="0"/>
            </a:lvl1pPr>
            <a:lvl2pPr>
              <a:lnSpc>
                <a:spcPct val="114000"/>
              </a:lnSpc>
              <a:defRPr lang="de-DE" sz="2000" noProof="0" dirty="0" smtClean="0"/>
            </a:lvl2pPr>
            <a:lvl3pPr>
              <a:defRPr sz="1800"/>
            </a:lvl3pPr>
          </a:lstStyle>
          <a:p>
            <a:pPr lvl="0"/>
            <a:r>
              <a:rPr lang="de-DE" noProof="0" dirty="0"/>
              <a:t>Inhalt durch Klicken bearbeiten</a:t>
            </a:r>
          </a:p>
          <a:p>
            <a:pPr lvl="1"/>
            <a:r>
              <a:rPr lang="de-DE" noProof="0" dirty="0"/>
              <a:t>Zweite Ebene</a:t>
            </a:r>
          </a:p>
          <a:p>
            <a:pPr lvl="2"/>
            <a:r>
              <a:rPr lang="de-DE" noProof="0" dirty="0"/>
              <a:t>Dritte Ebene</a:t>
            </a:r>
          </a:p>
          <a:p>
            <a:pPr lvl="3"/>
            <a:endParaRPr lang="de-DE" noProof="0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1"/>
          </p:nvPr>
        </p:nvSpPr>
        <p:spPr/>
        <p:txBody>
          <a:bodyPr lIns="0" rIns="0"/>
          <a:lstStyle/>
          <a:p>
            <a:fld id="{CE58CB1E-F828-4F11-99E0-327109AF9DA4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7" name="Fußzeilenplatzhalter 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dirty="0"/>
              <a:t>Dissertationskonzept | Tom Winkler</a:t>
            </a:r>
          </a:p>
        </p:txBody>
      </p:sp>
      <p:sp>
        <p:nvSpPr>
          <p:cNvPr id="6" name="Titel 1"/>
          <p:cNvSpPr>
            <a:spLocks noGrp="1"/>
          </p:cNvSpPr>
          <p:nvPr>
            <p:ph type="title" hasCustomPrompt="1"/>
          </p:nvPr>
        </p:nvSpPr>
        <p:spPr>
          <a:xfrm>
            <a:off x="425454" y="669600"/>
            <a:ext cx="11345332" cy="4103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defRPr lang="de-DE" sz="2400" b="1" noProof="0" dirty="0"/>
            </a:lvl1pPr>
          </a:lstStyle>
          <a:p>
            <a:pPr lvl="0">
              <a:lnSpc>
                <a:spcPts val="3200"/>
              </a:lnSpc>
            </a:pPr>
            <a:r>
              <a:rPr lang="de-DE" noProof="0" dirty="0"/>
              <a:t>Titel durch Klicken bearbeiten</a:t>
            </a:r>
          </a:p>
        </p:txBody>
      </p:sp>
    </p:spTree>
    <p:extLst>
      <p:ext uri="{BB962C8B-B14F-4D97-AF65-F5344CB8AC3E}">
        <p14:creationId xmlns:p14="http://schemas.microsoft.com/office/powerpoint/2010/main" val="380279296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/>
          <p:cNvSpPr>
            <a:spLocks noGrp="1"/>
          </p:cNvSpPr>
          <p:nvPr>
            <p:ph idx="1" hasCustomPrompt="1"/>
          </p:nvPr>
        </p:nvSpPr>
        <p:spPr>
          <a:xfrm>
            <a:off x="425454" y="1598400"/>
            <a:ext cx="11345332" cy="48749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14000"/>
              </a:lnSpc>
              <a:defRPr lang="de-DE" sz="2000" noProof="0" dirty="0" smtClean="0"/>
            </a:lvl1pPr>
            <a:lvl2pPr>
              <a:lnSpc>
                <a:spcPct val="114000"/>
              </a:lnSpc>
              <a:defRPr lang="de-DE" sz="2000" noProof="0" dirty="0" smtClean="0"/>
            </a:lvl2pPr>
            <a:lvl3pPr>
              <a:defRPr sz="1800"/>
            </a:lvl3pPr>
          </a:lstStyle>
          <a:p>
            <a:pPr lvl="0"/>
            <a:r>
              <a:rPr lang="de-DE" noProof="0" dirty="0"/>
              <a:t>Inhalt durch Klicken bearbeiten</a:t>
            </a:r>
          </a:p>
          <a:p>
            <a:pPr lvl="1"/>
            <a:r>
              <a:rPr lang="de-DE" noProof="0" dirty="0"/>
              <a:t>Zweite Ebene</a:t>
            </a:r>
          </a:p>
          <a:p>
            <a:pPr lvl="2"/>
            <a:r>
              <a:rPr lang="de-DE" noProof="0" dirty="0"/>
              <a:t>Dritte Ebene</a:t>
            </a:r>
          </a:p>
          <a:p>
            <a:pPr lvl="3"/>
            <a:endParaRPr lang="de-DE" noProof="0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1"/>
          </p:nvPr>
        </p:nvSpPr>
        <p:spPr/>
        <p:txBody>
          <a:bodyPr lIns="0" rIns="0"/>
          <a:lstStyle/>
          <a:p>
            <a:fld id="{CE58CB1E-F828-4F11-99E0-327109AF9DA4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7" name="Fußzeilenplatzhalter 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dirty="0" err="1"/>
              <a:t>Dissenstransfer</a:t>
            </a:r>
            <a:r>
              <a:rPr lang="en-US" dirty="0"/>
              <a:t> | Tom Winkler</a:t>
            </a:r>
          </a:p>
        </p:txBody>
      </p:sp>
      <p:sp>
        <p:nvSpPr>
          <p:cNvPr id="6" name="Titel 1"/>
          <p:cNvSpPr>
            <a:spLocks noGrp="1"/>
          </p:cNvSpPr>
          <p:nvPr>
            <p:ph type="title" hasCustomPrompt="1"/>
          </p:nvPr>
        </p:nvSpPr>
        <p:spPr>
          <a:xfrm>
            <a:off x="425454" y="669600"/>
            <a:ext cx="11345332" cy="4103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defRPr lang="de-DE" sz="2400" b="1" noProof="0" dirty="0"/>
            </a:lvl1pPr>
          </a:lstStyle>
          <a:p>
            <a:pPr lvl="0">
              <a:lnSpc>
                <a:spcPts val="3200"/>
              </a:lnSpc>
            </a:pPr>
            <a:r>
              <a:rPr lang="de-DE" noProof="0" dirty="0"/>
              <a:t>Titel durch Klicken bearbeiten</a:t>
            </a:r>
          </a:p>
        </p:txBody>
      </p:sp>
    </p:spTree>
    <p:extLst>
      <p:ext uri="{BB962C8B-B14F-4D97-AF65-F5344CB8AC3E}">
        <p14:creationId xmlns:p14="http://schemas.microsoft.com/office/powerpoint/2010/main" val="101954057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/>
          <p:cNvSpPr>
            <a:spLocks noGrp="1"/>
          </p:cNvSpPr>
          <p:nvPr>
            <p:ph idx="1" hasCustomPrompt="1"/>
          </p:nvPr>
        </p:nvSpPr>
        <p:spPr>
          <a:xfrm>
            <a:off x="425454" y="1598400"/>
            <a:ext cx="11345332" cy="48749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14000"/>
              </a:lnSpc>
              <a:defRPr lang="de-DE" sz="2000" noProof="0" dirty="0" smtClean="0"/>
            </a:lvl1pPr>
            <a:lvl2pPr>
              <a:lnSpc>
                <a:spcPct val="114000"/>
              </a:lnSpc>
              <a:defRPr lang="de-DE" sz="2000" noProof="0" dirty="0" smtClean="0"/>
            </a:lvl2pPr>
            <a:lvl3pPr>
              <a:defRPr sz="1800"/>
            </a:lvl3pPr>
          </a:lstStyle>
          <a:p>
            <a:pPr lvl="0"/>
            <a:r>
              <a:rPr lang="de-DE" noProof="0" dirty="0"/>
              <a:t>Inhalt durch Klicken bearbeiten</a:t>
            </a:r>
          </a:p>
          <a:p>
            <a:pPr lvl="1"/>
            <a:r>
              <a:rPr lang="de-DE" noProof="0" dirty="0"/>
              <a:t>Zweite Ebene</a:t>
            </a:r>
          </a:p>
          <a:p>
            <a:pPr lvl="2"/>
            <a:r>
              <a:rPr lang="de-DE" noProof="0" dirty="0"/>
              <a:t>Dritte Ebene</a:t>
            </a:r>
          </a:p>
          <a:p>
            <a:pPr lvl="3"/>
            <a:endParaRPr lang="de-DE" noProof="0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1"/>
          </p:nvPr>
        </p:nvSpPr>
        <p:spPr/>
        <p:txBody>
          <a:bodyPr lIns="0" rIns="0"/>
          <a:lstStyle/>
          <a:p>
            <a:fld id="{CE58CB1E-F828-4F11-99E0-327109AF9DA4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7" name="Fußzeilenplatzhalter 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dirty="0"/>
              <a:t>Dissertationskonzept | Tom Winkler</a:t>
            </a:r>
          </a:p>
        </p:txBody>
      </p:sp>
      <p:sp>
        <p:nvSpPr>
          <p:cNvPr id="6" name="Titel 1"/>
          <p:cNvSpPr>
            <a:spLocks noGrp="1"/>
          </p:cNvSpPr>
          <p:nvPr>
            <p:ph type="title" hasCustomPrompt="1"/>
          </p:nvPr>
        </p:nvSpPr>
        <p:spPr>
          <a:xfrm>
            <a:off x="425454" y="669600"/>
            <a:ext cx="11345332" cy="4103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defRPr lang="de-DE" sz="2400" b="1" noProof="0" dirty="0"/>
            </a:lvl1pPr>
          </a:lstStyle>
          <a:p>
            <a:pPr lvl="0">
              <a:lnSpc>
                <a:spcPts val="3200"/>
              </a:lnSpc>
            </a:pPr>
            <a:r>
              <a:rPr lang="de-DE" noProof="0" dirty="0"/>
              <a:t>Titel durch Klicken bearbeiten</a:t>
            </a:r>
          </a:p>
        </p:txBody>
      </p:sp>
    </p:spTree>
    <p:extLst>
      <p:ext uri="{BB962C8B-B14F-4D97-AF65-F5344CB8AC3E}">
        <p14:creationId xmlns:p14="http://schemas.microsoft.com/office/powerpoint/2010/main" val="79274901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/>
          <p:cNvSpPr>
            <a:spLocks noGrp="1"/>
          </p:cNvSpPr>
          <p:nvPr>
            <p:ph idx="1" hasCustomPrompt="1"/>
          </p:nvPr>
        </p:nvSpPr>
        <p:spPr>
          <a:xfrm>
            <a:off x="425454" y="1598400"/>
            <a:ext cx="11345332" cy="48749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14000"/>
              </a:lnSpc>
              <a:defRPr lang="de-DE" sz="2000" noProof="0" dirty="0" smtClean="0"/>
            </a:lvl1pPr>
            <a:lvl2pPr>
              <a:lnSpc>
                <a:spcPct val="114000"/>
              </a:lnSpc>
              <a:defRPr lang="de-DE" sz="2000" noProof="0" dirty="0" smtClean="0"/>
            </a:lvl2pPr>
            <a:lvl3pPr>
              <a:defRPr sz="1800"/>
            </a:lvl3pPr>
          </a:lstStyle>
          <a:p>
            <a:pPr lvl="0"/>
            <a:r>
              <a:rPr lang="de-DE" noProof="0" dirty="0"/>
              <a:t>Inhalt durch Klicken bearbeiten</a:t>
            </a:r>
          </a:p>
          <a:p>
            <a:pPr lvl="1"/>
            <a:r>
              <a:rPr lang="de-DE" noProof="0" dirty="0"/>
              <a:t>Zweite Ebene</a:t>
            </a:r>
          </a:p>
          <a:p>
            <a:pPr lvl="2"/>
            <a:r>
              <a:rPr lang="de-DE" noProof="0" dirty="0"/>
              <a:t>Dritte Ebene</a:t>
            </a:r>
          </a:p>
          <a:p>
            <a:pPr lvl="3"/>
            <a:endParaRPr lang="de-DE" noProof="0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1"/>
          </p:nvPr>
        </p:nvSpPr>
        <p:spPr/>
        <p:txBody>
          <a:bodyPr lIns="0" rIns="0"/>
          <a:lstStyle/>
          <a:p>
            <a:fld id="{CE58CB1E-F828-4F11-99E0-327109AF9DA4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7" name="Fußzeilenplatzhalter 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dirty="0"/>
              <a:t>Dissertationskonzept | Tom Winkler</a:t>
            </a:r>
          </a:p>
        </p:txBody>
      </p:sp>
      <p:sp>
        <p:nvSpPr>
          <p:cNvPr id="6" name="Titel 1"/>
          <p:cNvSpPr>
            <a:spLocks noGrp="1"/>
          </p:cNvSpPr>
          <p:nvPr>
            <p:ph type="title" hasCustomPrompt="1"/>
          </p:nvPr>
        </p:nvSpPr>
        <p:spPr>
          <a:xfrm>
            <a:off x="425454" y="669600"/>
            <a:ext cx="11345332" cy="4103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defRPr lang="de-DE" sz="2400" b="1" noProof="0" dirty="0"/>
            </a:lvl1pPr>
          </a:lstStyle>
          <a:p>
            <a:pPr lvl="0">
              <a:lnSpc>
                <a:spcPts val="3200"/>
              </a:lnSpc>
            </a:pPr>
            <a:r>
              <a:rPr lang="de-DE" noProof="0" dirty="0"/>
              <a:t>Titel durch Klicken bearbeiten</a:t>
            </a:r>
          </a:p>
        </p:txBody>
      </p:sp>
    </p:spTree>
    <p:extLst>
      <p:ext uri="{BB962C8B-B14F-4D97-AF65-F5344CB8AC3E}">
        <p14:creationId xmlns:p14="http://schemas.microsoft.com/office/powerpoint/2010/main" val="334876148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/>
          <p:cNvSpPr>
            <a:spLocks noGrp="1"/>
          </p:cNvSpPr>
          <p:nvPr>
            <p:ph idx="1" hasCustomPrompt="1"/>
          </p:nvPr>
        </p:nvSpPr>
        <p:spPr>
          <a:xfrm>
            <a:off x="425454" y="1598400"/>
            <a:ext cx="11345332" cy="48749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14000"/>
              </a:lnSpc>
              <a:defRPr lang="de-DE" sz="2000" noProof="0" dirty="0" smtClean="0"/>
            </a:lvl1pPr>
            <a:lvl2pPr>
              <a:lnSpc>
                <a:spcPct val="114000"/>
              </a:lnSpc>
              <a:defRPr lang="de-DE" sz="2000" noProof="0" dirty="0" smtClean="0"/>
            </a:lvl2pPr>
            <a:lvl3pPr>
              <a:defRPr sz="1800"/>
            </a:lvl3pPr>
          </a:lstStyle>
          <a:p>
            <a:pPr lvl="0"/>
            <a:r>
              <a:rPr lang="de-DE" noProof="0" dirty="0"/>
              <a:t>Inhalt durch Klicken bearbeiten</a:t>
            </a:r>
          </a:p>
          <a:p>
            <a:pPr lvl="1"/>
            <a:r>
              <a:rPr lang="de-DE" noProof="0" dirty="0"/>
              <a:t>Zweite Ebene</a:t>
            </a:r>
          </a:p>
          <a:p>
            <a:pPr lvl="2"/>
            <a:r>
              <a:rPr lang="de-DE" noProof="0" dirty="0"/>
              <a:t>Dritte Ebene</a:t>
            </a:r>
          </a:p>
          <a:p>
            <a:pPr lvl="3"/>
            <a:endParaRPr lang="de-DE" noProof="0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1"/>
          </p:nvPr>
        </p:nvSpPr>
        <p:spPr/>
        <p:txBody>
          <a:bodyPr lIns="0" rIns="0"/>
          <a:lstStyle/>
          <a:p>
            <a:fld id="{CE58CB1E-F828-4F11-99E0-327109AF9DA4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7" name="Fußzeilenplatzhalter 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dirty="0"/>
              <a:t>Dissertationskonzept | Tom Winkler</a:t>
            </a:r>
          </a:p>
        </p:txBody>
      </p:sp>
      <p:sp>
        <p:nvSpPr>
          <p:cNvPr id="6" name="Titel 1"/>
          <p:cNvSpPr>
            <a:spLocks noGrp="1"/>
          </p:cNvSpPr>
          <p:nvPr>
            <p:ph type="title" hasCustomPrompt="1"/>
          </p:nvPr>
        </p:nvSpPr>
        <p:spPr>
          <a:xfrm>
            <a:off x="425454" y="669600"/>
            <a:ext cx="11345332" cy="4103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defRPr lang="de-DE" sz="2400" b="1" noProof="0" dirty="0"/>
            </a:lvl1pPr>
          </a:lstStyle>
          <a:p>
            <a:pPr lvl="0">
              <a:lnSpc>
                <a:spcPts val="3200"/>
              </a:lnSpc>
            </a:pPr>
            <a:r>
              <a:rPr lang="de-DE" noProof="0" dirty="0"/>
              <a:t>Titel durch Klicken bearbeiten</a:t>
            </a:r>
          </a:p>
        </p:txBody>
      </p:sp>
    </p:spTree>
    <p:extLst>
      <p:ext uri="{BB962C8B-B14F-4D97-AF65-F5344CB8AC3E}">
        <p14:creationId xmlns:p14="http://schemas.microsoft.com/office/powerpoint/2010/main" val="356419805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/>
          <p:cNvSpPr>
            <a:spLocks noGrp="1"/>
          </p:cNvSpPr>
          <p:nvPr>
            <p:ph idx="1" hasCustomPrompt="1"/>
          </p:nvPr>
        </p:nvSpPr>
        <p:spPr>
          <a:xfrm>
            <a:off x="425454" y="1598400"/>
            <a:ext cx="11345332" cy="48749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14000"/>
              </a:lnSpc>
              <a:defRPr lang="de-DE" sz="2000" noProof="0" dirty="0" smtClean="0"/>
            </a:lvl1pPr>
            <a:lvl2pPr>
              <a:lnSpc>
                <a:spcPct val="114000"/>
              </a:lnSpc>
              <a:defRPr lang="de-DE" sz="2000" noProof="0" dirty="0" smtClean="0"/>
            </a:lvl2pPr>
            <a:lvl3pPr>
              <a:defRPr sz="1800"/>
            </a:lvl3pPr>
          </a:lstStyle>
          <a:p>
            <a:pPr lvl="0"/>
            <a:r>
              <a:rPr lang="de-DE" noProof="0" dirty="0"/>
              <a:t>Inhalt durch Klicken bearbeiten</a:t>
            </a:r>
          </a:p>
          <a:p>
            <a:pPr lvl="1"/>
            <a:r>
              <a:rPr lang="de-DE" noProof="0" dirty="0"/>
              <a:t>Zweite Ebene</a:t>
            </a:r>
          </a:p>
          <a:p>
            <a:pPr lvl="2"/>
            <a:r>
              <a:rPr lang="de-DE" noProof="0" dirty="0"/>
              <a:t>Dritte Ebene</a:t>
            </a:r>
          </a:p>
          <a:p>
            <a:pPr lvl="3"/>
            <a:endParaRPr lang="de-DE" noProof="0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1"/>
          </p:nvPr>
        </p:nvSpPr>
        <p:spPr/>
        <p:txBody>
          <a:bodyPr lIns="0" rIns="0"/>
          <a:lstStyle/>
          <a:p>
            <a:fld id="{CE58CB1E-F828-4F11-99E0-327109AF9DA4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7" name="Fußzeilenplatzhalter 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dirty="0"/>
              <a:t>Dissertationskonzept | Tom Winkler</a:t>
            </a:r>
          </a:p>
        </p:txBody>
      </p:sp>
      <p:sp>
        <p:nvSpPr>
          <p:cNvPr id="6" name="Titel 1"/>
          <p:cNvSpPr>
            <a:spLocks noGrp="1"/>
          </p:cNvSpPr>
          <p:nvPr>
            <p:ph type="title" hasCustomPrompt="1"/>
          </p:nvPr>
        </p:nvSpPr>
        <p:spPr>
          <a:xfrm>
            <a:off x="425454" y="669600"/>
            <a:ext cx="11345332" cy="4103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defRPr lang="de-DE" sz="2400" b="1" noProof="0" dirty="0"/>
            </a:lvl1pPr>
          </a:lstStyle>
          <a:p>
            <a:pPr lvl="0">
              <a:lnSpc>
                <a:spcPts val="3200"/>
              </a:lnSpc>
            </a:pPr>
            <a:r>
              <a:rPr lang="de-DE" noProof="0" dirty="0"/>
              <a:t>Titel durch Klicken bearbeiten</a:t>
            </a:r>
          </a:p>
        </p:txBody>
      </p:sp>
    </p:spTree>
    <p:extLst>
      <p:ext uri="{BB962C8B-B14F-4D97-AF65-F5344CB8AC3E}">
        <p14:creationId xmlns:p14="http://schemas.microsoft.com/office/powerpoint/2010/main" val="31200390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/>
          <p:cNvSpPr>
            <a:spLocks noGrp="1"/>
          </p:cNvSpPr>
          <p:nvPr>
            <p:ph idx="1" hasCustomPrompt="1"/>
          </p:nvPr>
        </p:nvSpPr>
        <p:spPr>
          <a:xfrm>
            <a:off x="425454" y="1598400"/>
            <a:ext cx="11345332" cy="48749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14000"/>
              </a:lnSpc>
              <a:defRPr lang="de-DE" sz="2000" noProof="0" dirty="0" smtClean="0"/>
            </a:lvl1pPr>
            <a:lvl2pPr>
              <a:lnSpc>
                <a:spcPct val="114000"/>
              </a:lnSpc>
              <a:defRPr lang="de-DE" sz="2000" noProof="0" dirty="0" smtClean="0"/>
            </a:lvl2pPr>
            <a:lvl3pPr>
              <a:defRPr sz="1800"/>
            </a:lvl3pPr>
          </a:lstStyle>
          <a:p>
            <a:pPr lvl="0"/>
            <a:r>
              <a:rPr lang="de-DE" noProof="0" dirty="0"/>
              <a:t>Inhalt durch Klicken bearbeiten</a:t>
            </a:r>
          </a:p>
          <a:p>
            <a:pPr lvl="1"/>
            <a:r>
              <a:rPr lang="de-DE" noProof="0" dirty="0"/>
              <a:t>Zweite Ebene</a:t>
            </a:r>
          </a:p>
          <a:p>
            <a:pPr lvl="2"/>
            <a:r>
              <a:rPr lang="de-DE" noProof="0" dirty="0"/>
              <a:t>Dritte Ebene</a:t>
            </a:r>
          </a:p>
          <a:p>
            <a:pPr lvl="3"/>
            <a:endParaRPr lang="de-DE" noProof="0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1"/>
          </p:nvPr>
        </p:nvSpPr>
        <p:spPr/>
        <p:txBody>
          <a:bodyPr lIns="0" rIns="0"/>
          <a:lstStyle/>
          <a:p>
            <a:fld id="{CE58CB1E-F828-4F11-99E0-327109AF9DA4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7" name="Fußzeilenplatzhalter 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dirty="0"/>
              <a:t>Dissertationskonzept | Tom Winkler</a:t>
            </a:r>
          </a:p>
        </p:txBody>
      </p:sp>
      <p:sp>
        <p:nvSpPr>
          <p:cNvPr id="6" name="Titel 1"/>
          <p:cNvSpPr>
            <a:spLocks noGrp="1"/>
          </p:cNvSpPr>
          <p:nvPr>
            <p:ph type="title" hasCustomPrompt="1"/>
          </p:nvPr>
        </p:nvSpPr>
        <p:spPr>
          <a:xfrm>
            <a:off x="425454" y="669600"/>
            <a:ext cx="11345332" cy="4103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defRPr lang="de-DE" sz="2400" b="1" noProof="0" dirty="0"/>
            </a:lvl1pPr>
          </a:lstStyle>
          <a:p>
            <a:pPr lvl="0">
              <a:lnSpc>
                <a:spcPts val="3200"/>
              </a:lnSpc>
            </a:pPr>
            <a:r>
              <a:rPr lang="de-DE" noProof="0" dirty="0"/>
              <a:t>Titel durch Klicken bearbeiten</a:t>
            </a:r>
          </a:p>
        </p:txBody>
      </p:sp>
    </p:spTree>
    <p:extLst>
      <p:ext uri="{BB962C8B-B14F-4D97-AF65-F5344CB8AC3E}">
        <p14:creationId xmlns:p14="http://schemas.microsoft.com/office/powerpoint/2010/main" val="238342547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wmf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wmf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3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wmf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4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wmf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5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wmf"/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6.xml"/></Relationships>
</file>

<file path=ppt/slideMasters/_rels/slideMaster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wmf"/><Relationship Id="rId2" Type="http://schemas.openxmlformats.org/officeDocument/2006/relationships/theme" Target="../theme/theme6.xml"/><Relationship Id="rId1" Type="http://schemas.openxmlformats.org/officeDocument/2006/relationships/slideLayout" Target="../slideLayouts/slideLayout7.xml"/></Relationships>
</file>

<file path=ppt/slideMasters/_rels/slideMaster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wmf"/><Relationship Id="rId2" Type="http://schemas.openxmlformats.org/officeDocument/2006/relationships/theme" Target="../theme/theme7.xml"/><Relationship Id="rId1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liennummernplatzhalter 4"/>
          <p:cNvSpPr>
            <a:spLocks noGrp="1"/>
          </p:cNvSpPr>
          <p:nvPr>
            <p:ph type="sldNum" sz="quarter" idx="4"/>
          </p:nvPr>
        </p:nvSpPr>
        <p:spPr>
          <a:xfrm>
            <a:off x="9033245" y="6473314"/>
            <a:ext cx="2736099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1600">
                <a:solidFill>
                  <a:schemeClr val="tx1"/>
                </a:solidFill>
              </a:defRPr>
            </a:lvl1pPr>
          </a:lstStyle>
          <a:p>
            <a:fld id="{CE58CB1E-F828-4F11-99E0-327109AF9DA4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6" name="Fußzeilenplatzhalter 3"/>
          <p:cNvSpPr>
            <a:spLocks noGrp="1"/>
          </p:cNvSpPr>
          <p:nvPr>
            <p:ph type="ftr" sz="quarter" idx="3"/>
          </p:nvPr>
        </p:nvSpPr>
        <p:spPr>
          <a:xfrm>
            <a:off x="414883" y="6473314"/>
            <a:ext cx="8619040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Dissertationskonzept | Tom Winkler</a:t>
            </a:r>
          </a:p>
        </p:txBody>
      </p:sp>
      <p:pic>
        <p:nvPicPr>
          <p:cNvPr id="7" name="Bild 2" descr="20150416 tum logo blau png final.png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1160665" y="324685"/>
            <a:ext cx="608352" cy="320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62623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8" r:id="rId1"/>
    <p:sldLayoutId id="2147483769" r:id="rId2"/>
  </p:sldLayoutIdLst>
  <p:hf hdr="0" dt="0"/>
  <p:txStyles>
    <p:titleStyle>
      <a:lvl1pPr algn="l" rtl="0" eaLnBrk="1" fontAlgn="base" hangingPunct="1">
        <a:lnSpc>
          <a:spcPct val="125000"/>
        </a:lnSpc>
        <a:spcBef>
          <a:spcPct val="0"/>
        </a:spcBef>
        <a:spcAft>
          <a:spcPct val="0"/>
        </a:spcAft>
        <a:defRPr sz="2200" b="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9pPr>
    </p:titleStyle>
    <p:bodyStyle>
      <a:lvl1pPr algn="l" rtl="0" eaLnBrk="1" fontAlgn="base" hangingPunct="1">
        <a:lnSpc>
          <a:spcPct val="100000"/>
        </a:lnSpc>
        <a:spcBef>
          <a:spcPct val="0"/>
        </a:spcBef>
        <a:spcAft>
          <a:spcPct val="0"/>
        </a:spcAft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176213" indent="-176213" algn="l" rtl="0" eaLnBrk="1" fontAlgn="base" hangingPunct="1">
        <a:lnSpc>
          <a:spcPct val="100000"/>
        </a:lnSpc>
        <a:spcBef>
          <a:spcPct val="0"/>
        </a:spcBef>
        <a:spcAft>
          <a:spcPct val="0"/>
        </a:spcAft>
        <a:buFont typeface="Arial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360363" indent="-184150" algn="l" rtl="0" eaLnBrk="1" fontAlgn="base" hangingPunct="1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38163" indent="-177800" algn="l" rtl="0" eaLnBrk="1" fontAlgn="base" hangingPunct="1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14375" indent="-176213" algn="l" rtl="0" eaLnBrk="1" fontAlgn="base" hangingPunct="1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liennummernplatzhalter 4"/>
          <p:cNvSpPr>
            <a:spLocks noGrp="1"/>
          </p:cNvSpPr>
          <p:nvPr>
            <p:ph type="sldNum" sz="quarter" idx="4"/>
          </p:nvPr>
        </p:nvSpPr>
        <p:spPr>
          <a:xfrm>
            <a:off x="9033245" y="6473314"/>
            <a:ext cx="2736099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1600">
                <a:solidFill>
                  <a:schemeClr val="tx1"/>
                </a:solidFill>
              </a:defRPr>
            </a:lvl1pPr>
          </a:lstStyle>
          <a:p>
            <a:fld id="{CE58CB1E-F828-4F11-99E0-327109AF9DA4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6" name="Fußzeilenplatzhalter 3"/>
          <p:cNvSpPr>
            <a:spLocks noGrp="1"/>
          </p:cNvSpPr>
          <p:nvPr>
            <p:ph type="ftr" sz="quarter" idx="3"/>
          </p:nvPr>
        </p:nvSpPr>
        <p:spPr>
          <a:xfrm>
            <a:off x="414883" y="6473314"/>
            <a:ext cx="8619040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Dissertationskonzept | Tom Winkler</a:t>
            </a:r>
          </a:p>
        </p:txBody>
      </p:sp>
      <p:sp>
        <p:nvSpPr>
          <p:cNvPr id="7" name="Text Box 10"/>
          <p:cNvSpPr txBox="1">
            <a:spLocks noChangeArrowheads="1"/>
          </p:cNvSpPr>
          <p:nvPr userDrawn="1"/>
        </p:nvSpPr>
        <p:spPr bwMode="auto">
          <a:xfrm>
            <a:off x="0" y="370800"/>
            <a:ext cx="12192000" cy="3600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182563" indent="0" algn="l" defTabSz="540000">
              <a:spcBef>
                <a:spcPct val="70000"/>
              </a:spcBef>
              <a:tabLst>
                <a:tab pos="539750" algn="l"/>
                <a:tab pos="1343025" algn="l"/>
                <a:tab pos="3498850" algn="l"/>
                <a:tab pos="4665663" algn="l"/>
                <a:tab pos="5919788" algn="l"/>
                <a:tab pos="7173913" algn="l"/>
              </a:tabLst>
            </a:pPr>
            <a:r>
              <a:rPr lang="de-DE" sz="1200" b="0" dirty="0"/>
              <a:t>Einleitung	Stand der Wissenschaft	Vorgehen	Ergebnisse	Diskussion	Zusammenfassung</a:t>
            </a:r>
          </a:p>
        </p:txBody>
      </p:sp>
      <p:cxnSp>
        <p:nvCxnSpPr>
          <p:cNvPr id="8" name="Gerade Verbindung 13"/>
          <p:cNvCxnSpPr/>
          <p:nvPr userDrawn="1"/>
        </p:nvCxnSpPr>
        <p:spPr bwMode="auto">
          <a:xfrm>
            <a:off x="260298" y="628350"/>
            <a:ext cx="708693" cy="0"/>
          </a:xfrm>
          <a:prstGeom prst="line">
            <a:avLst/>
          </a:prstGeom>
          <a:ln>
            <a:solidFill>
              <a:schemeClr val="bg2"/>
            </a:solidFill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hteck 8"/>
          <p:cNvSpPr/>
          <p:nvPr userDrawn="1"/>
        </p:nvSpPr>
        <p:spPr bwMode="auto">
          <a:xfrm>
            <a:off x="1323833" y="442806"/>
            <a:ext cx="10244776" cy="173008"/>
          </a:xfrm>
          <a:prstGeom prst="rect">
            <a:avLst/>
          </a:prstGeom>
          <a:solidFill>
            <a:srgbClr val="FFFFFF">
              <a:alpha val="80000"/>
            </a:srgbClr>
          </a:solidFill>
          <a:ln w="9525" algn="ctr">
            <a:noFill/>
            <a:round/>
            <a:headEnd/>
            <a:tailEnd/>
          </a:ln>
        </p:spPr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10" name="Bild 2" descr="20150416 tum logo blau png final.png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160665" y="324685"/>
            <a:ext cx="608352" cy="320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40947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47" r:id="rId1"/>
  </p:sldLayoutIdLst>
  <p:hf hdr="0" dt="0"/>
  <p:txStyles>
    <p:titleStyle>
      <a:lvl1pPr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defRPr sz="2200" b="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9pPr>
    </p:titleStyle>
    <p:bodyStyle>
      <a:lvl1pPr algn="l" rtl="0" eaLnBrk="0" fontAlgn="base" hangingPunct="0">
        <a:lnSpc>
          <a:spcPct val="100000"/>
        </a:lnSpc>
        <a:spcBef>
          <a:spcPct val="0"/>
        </a:spcBef>
        <a:spcAft>
          <a:spcPct val="0"/>
        </a:spcAft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176213" indent="-176213" algn="l" rtl="0" eaLnBrk="0" fontAlgn="base" hangingPunct="0">
        <a:lnSpc>
          <a:spcPct val="100000"/>
        </a:lnSpc>
        <a:spcBef>
          <a:spcPct val="0"/>
        </a:spcBef>
        <a:spcAft>
          <a:spcPct val="0"/>
        </a:spcAft>
        <a:buFont typeface="Arial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360363" indent="-184150"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38163" indent="-177800"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14375" indent="-176213"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liennummernplatzhalter 4"/>
          <p:cNvSpPr>
            <a:spLocks noGrp="1"/>
          </p:cNvSpPr>
          <p:nvPr>
            <p:ph type="sldNum" sz="quarter" idx="4"/>
          </p:nvPr>
        </p:nvSpPr>
        <p:spPr>
          <a:xfrm>
            <a:off x="9033245" y="6473314"/>
            <a:ext cx="2736099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1600">
                <a:solidFill>
                  <a:schemeClr val="tx1"/>
                </a:solidFill>
              </a:defRPr>
            </a:lvl1pPr>
          </a:lstStyle>
          <a:p>
            <a:fld id="{CE58CB1E-F828-4F11-99E0-327109AF9DA4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6" name="Fußzeilenplatzhalter 3"/>
          <p:cNvSpPr>
            <a:spLocks noGrp="1"/>
          </p:cNvSpPr>
          <p:nvPr>
            <p:ph type="ftr" sz="quarter" idx="3"/>
          </p:nvPr>
        </p:nvSpPr>
        <p:spPr>
          <a:xfrm>
            <a:off x="414883" y="6473314"/>
            <a:ext cx="8619040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Dissertationskonzept | Tom Winkler</a:t>
            </a:r>
          </a:p>
        </p:txBody>
      </p:sp>
      <p:sp>
        <p:nvSpPr>
          <p:cNvPr id="10" name="Text Box 10"/>
          <p:cNvSpPr txBox="1">
            <a:spLocks noChangeArrowheads="1"/>
          </p:cNvSpPr>
          <p:nvPr userDrawn="1"/>
        </p:nvSpPr>
        <p:spPr bwMode="auto">
          <a:xfrm>
            <a:off x="0" y="370800"/>
            <a:ext cx="12192000" cy="3600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182563" indent="0" algn="l" defTabSz="540000">
              <a:spcBef>
                <a:spcPct val="70000"/>
              </a:spcBef>
              <a:tabLst>
                <a:tab pos="539750" algn="l"/>
                <a:tab pos="1343025" algn="l"/>
                <a:tab pos="3498850" algn="l"/>
                <a:tab pos="4665663" algn="l"/>
                <a:tab pos="5919788" algn="l"/>
                <a:tab pos="7173913" algn="l"/>
              </a:tabLst>
            </a:pPr>
            <a:r>
              <a:rPr lang="de-DE" sz="1200" b="0" dirty="0"/>
              <a:t>Einleitung	Stand der Wissenschaft	Vorgehen	Ergebnisse	Diskussion	Zusammenfassung</a:t>
            </a:r>
          </a:p>
        </p:txBody>
      </p:sp>
      <p:cxnSp>
        <p:nvCxnSpPr>
          <p:cNvPr id="11" name="Gerade Verbindung 13"/>
          <p:cNvCxnSpPr/>
          <p:nvPr userDrawn="1"/>
        </p:nvCxnSpPr>
        <p:spPr bwMode="auto">
          <a:xfrm>
            <a:off x="1426191" y="628350"/>
            <a:ext cx="1651379" cy="0"/>
          </a:xfrm>
          <a:prstGeom prst="line">
            <a:avLst/>
          </a:prstGeom>
          <a:solidFill>
            <a:schemeClr val="accent1"/>
          </a:solidFill>
          <a:ln w="28575" cap="flat" cmpd="sng" algn="ctr">
            <a:solidFill>
              <a:schemeClr val="bg2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2" name="Rechteck 11"/>
          <p:cNvSpPr/>
          <p:nvPr userDrawn="1"/>
        </p:nvSpPr>
        <p:spPr bwMode="auto">
          <a:xfrm>
            <a:off x="3459707" y="428764"/>
            <a:ext cx="8108902" cy="173008"/>
          </a:xfrm>
          <a:prstGeom prst="rect">
            <a:avLst/>
          </a:prstGeom>
          <a:solidFill>
            <a:srgbClr val="FFFFFF">
              <a:alpha val="80000"/>
            </a:srgbClr>
          </a:solidFill>
          <a:ln w="9525" algn="ctr">
            <a:noFill/>
            <a:round/>
            <a:headEnd/>
            <a:tailEnd/>
          </a:ln>
        </p:spPr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3" name="Rechteck 12"/>
          <p:cNvSpPr/>
          <p:nvPr userDrawn="1"/>
        </p:nvSpPr>
        <p:spPr bwMode="auto">
          <a:xfrm>
            <a:off x="132803" y="428764"/>
            <a:ext cx="911252" cy="173008"/>
          </a:xfrm>
          <a:prstGeom prst="rect">
            <a:avLst/>
          </a:prstGeom>
          <a:solidFill>
            <a:srgbClr val="FFFFFF">
              <a:alpha val="80000"/>
            </a:srgbClr>
          </a:solidFill>
          <a:ln w="9525" algn="ctr">
            <a:noFill/>
            <a:round/>
            <a:headEnd/>
            <a:tailEnd/>
          </a:ln>
        </p:spPr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14" name="Bild 2" descr="20150416 tum logo blau png final.png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160665" y="324685"/>
            <a:ext cx="608352" cy="320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12805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54" r:id="rId1"/>
  </p:sldLayoutIdLst>
  <p:hf hdr="0" dt="0"/>
  <p:txStyles>
    <p:titleStyle>
      <a:lvl1pPr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defRPr sz="2200" b="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9pPr>
    </p:titleStyle>
    <p:bodyStyle>
      <a:lvl1pPr algn="l" rtl="0" eaLnBrk="0" fontAlgn="base" hangingPunct="0">
        <a:lnSpc>
          <a:spcPct val="100000"/>
        </a:lnSpc>
        <a:spcBef>
          <a:spcPct val="0"/>
        </a:spcBef>
        <a:spcAft>
          <a:spcPct val="0"/>
        </a:spcAft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176213" indent="-176213" algn="l" rtl="0" eaLnBrk="0" fontAlgn="base" hangingPunct="0">
        <a:lnSpc>
          <a:spcPct val="100000"/>
        </a:lnSpc>
        <a:spcBef>
          <a:spcPct val="0"/>
        </a:spcBef>
        <a:spcAft>
          <a:spcPct val="0"/>
        </a:spcAft>
        <a:buFont typeface="Arial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360363" indent="-184150"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38163" indent="-177800"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14375" indent="-176213"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liennummernplatzhalter 4"/>
          <p:cNvSpPr>
            <a:spLocks noGrp="1"/>
          </p:cNvSpPr>
          <p:nvPr>
            <p:ph type="sldNum" sz="quarter" idx="4"/>
          </p:nvPr>
        </p:nvSpPr>
        <p:spPr>
          <a:xfrm>
            <a:off x="9033245" y="6473314"/>
            <a:ext cx="2736099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1600">
                <a:solidFill>
                  <a:schemeClr val="tx1"/>
                </a:solidFill>
              </a:defRPr>
            </a:lvl1pPr>
          </a:lstStyle>
          <a:p>
            <a:fld id="{CE58CB1E-F828-4F11-99E0-327109AF9DA4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6" name="Fußzeilenplatzhalter 3"/>
          <p:cNvSpPr>
            <a:spLocks noGrp="1"/>
          </p:cNvSpPr>
          <p:nvPr>
            <p:ph type="ftr" sz="quarter" idx="3"/>
          </p:nvPr>
        </p:nvSpPr>
        <p:spPr>
          <a:xfrm>
            <a:off x="414883" y="6473314"/>
            <a:ext cx="8619040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Dissertationskonzept | Tom Winkler</a:t>
            </a:r>
          </a:p>
        </p:txBody>
      </p:sp>
      <p:sp>
        <p:nvSpPr>
          <p:cNvPr id="7" name="Text Box 10"/>
          <p:cNvSpPr txBox="1">
            <a:spLocks noChangeArrowheads="1"/>
          </p:cNvSpPr>
          <p:nvPr userDrawn="1"/>
        </p:nvSpPr>
        <p:spPr bwMode="auto">
          <a:xfrm>
            <a:off x="0" y="370800"/>
            <a:ext cx="12192000" cy="3600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182563" indent="0" algn="l" defTabSz="540000">
              <a:spcBef>
                <a:spcPct val="70000"/>
              </a:spcBef>
              <a:tabLst>
                <a:tab pos="539750" algn="l"/>
                <a:tab pos="1343025" algn="l"/>
                <a:tab pos="3498850" algn="l"/>
                <a:tab pos="4665663" algn="l"/>
                <a:tab pos="5919788" algn="l"/>
                <a:tab pos="7173913" algn="l"/>
              </a:tabLst>
            </a:pPr>
            <a:r>
              <a:rPr lang="de-DE" sz="1200" b="0" dirty="0"/>
              <a:t>Einleitung	Stand der Wissenschaft	Vorgehen	Ergebnisse	Diskussion	Zusammenfassung</a:t>
            </a:r>
          </a:p>
        </p:txBody>
      </p:sp>
      <p:cxnSp>
        <p:nvCxnSpPr>
          <p:cNvPr id="8" name="Gerade Verbindung 13"/>
          <p:cNvCxnSpPr/>
          <p:nvPr userDrawn="1"/>
        </p:nvCxnSpPr>
        <p:spPr bwMode="auto">
          <a:xfrm>
            <a:off x="3591162" y="628350"/>
            <a:ext cx="660116" cy="0"/>
          </a:xfrm>
          <a:prstGeom prst="line">
            <a:avLst/>
          </a:prstGeom>
          <a:solidFill>
            <a:schemeClr val="accent1"/>
          </a:solidFill>
          <a:ln w="28575" cap="flat" cmpd="sng" algn="ctr">
            <a:solidFill>
              <a:schemeClr val="bg2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9" name="Rechteck 8"/>
          <p:cNvSpPr/>
          <p:nvPr userDrawn="1"/>
        </p:nvSpPr>
        <p:spPr bwMode="auto">
          <a:xfrm>
            <a:off x="4599297" y="428764"/>
            <a:ext cx="4087504" cy="173008"/>
          </a:xfrm>
          <a:prstGeom prst="rect">
            <a:avLst/>
          </a:prstGeom>
          <a:solidFill>
            <a:srgbClr val="FFFFFF">
              <a:alpha val="80000"/>
            </a:srgbClr>
          </a:solidFill>
          <a:ln w="9525" algn="ctr">
            <a:noFill/>
            <a:round/>
            <a:headEnd/>
            <a:tailEnd/>
          </a:ln>
        </p:spPr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0" name="Rechteck 9"/>
          <p:cNvSpPr/>
          <p:nvPr userDrawn="1"/>
        </p:nvSpPr>
        <p:spPr bwMode="auto">
          <a:xfrm>
            <a:off x="132802" y="428764"/>
            <a:ext cx="3108541" cy="173008"/>
          </a:xfrm>
          <a:prstGeom prst="rect">
            <a:avLst/>
          </a:prstGeom>
          <a:solidFill>
            <a:srgbClr val="FFFFFF">
              <a:alpha val="80000"/>
            </a:srgbClr>
          </a:solidFill>
          <a:ln w="9525" algn="ctr">
            <a:noFill/>
            <a:round/>
            <a:headEnd/>
            <a:tailEnd/>
          </a:ln>
        </p:spPr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11" name="Bild 2" descr="20150416 tum logo blau png final.png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160665" y="324685"/>
            <a:ext cx="608352" cy="320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58909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61" r:id="rId1"/>
  </p:sldLayoutIdLst>
  <p:hf hdr="0" dt="0"/>
  <p:txStyles>
    <p:titleStyle>
      <a:lvl1pPr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defRPr sz="2200" b="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9pPr>
    </p:titleStyle>
    <p:bodyStyle>
      <a:lvl1pPr algn="l" rtl="0" eaLnBrk="0" fontAlgn="base" hangingPunct="0">
        <a:lnSpc>
          <a:spcPct val="100000"/>
        </a:lnSpc>
        <a:spcBef>
          <a:spcPct val="0"/>
        </a:spcBef>
        <a:spcAft>
          <a:spcPct val="0"/>
        </a:spcAft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176213" indent="-176213" algn="l" rtl="0" eaLnBrk="0" fontAlgn="base" hangingPunct="0">
        <a:lnSpc>
          <a:spcPct val="100000"/>
        </a:lnSpc>
        <a:spcBef>
          <a:spcPct val="0"/>
        </a:spcBef>
        <a:spcAft>
          <a:spcPct val="0"/>
        </a:spcAft>
        <a:buFont typeface="Arial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360363" indent="-184150"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38163" indent="-177800"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14375" indent="-176213"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liennummernplatzhalter 4"/>
          <p:cNvSpPr>
            <a:spLocks noGrp="1"/>
          </p:cNvSpPr>
          <p:nvPr>
            <p:ph type="sldNum" sz="quarter" idx="4"/>
          </p:nvPr>
        </p:nvSpPr>
        <p:spPr>
          <a:xfrm>
            <a:off x="9033245" y="6473314"/>
            <a:ext cx="2736099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1600">
                <a:solidFill>
                  <a:schemeClr val="tx1"/>
                </a:solidFill>
              </a:defRPr>
            </a:lvl1pPr>
          </a:lstStyle>
          <a:p>
            <a:fld id="{CE58CB1E-F828-4F11-99E0-327109AF9DA4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6" name="Fußzeilenplatzhalter 3"/>
          <p:cNvSpPr>
            <a:spLocks noGrp="1"/>
          </p:cNvSpPr>
          <p:nvPr>
            <p:ph type="ftr" sz="quarter" idx="3"/>
          </p:nvPr>
        </p:nvSpPr>
        <p:spPr>
          <a:xfrm>
            <a:off x="414883" y="6473314"/>
            <a:ext cx="8619040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Dissertationskonzept | Tom Winkler</a:t>
            </a:r>
          </a:p>
        </p:txBody>
      </p:sp>
      <p:sp>
        <p:nvSpPr>
          <p:cNvPr id="7" name="Text Box 10"/>
          <p:cNvSpPr txBox="1">
            <a:spLocks noChangeArrowheads="1"/>
          </p:cNvSpPr>
          <p:nvPr userDrawn="1"/>
        </p:nvSpPr>
        <p:spPr bwMode="auto">
          <a:xfrm>
            <a:off x="0" y="370800"/>
            <a:ext cx="12192000" cy="3600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182563" indent="0" algn="l" defTabSz="540000">
              <a:spcBef>
                <a:spcPct val="70000"/>
              </a:spcBef>
              <a:tabLst>
                <a:tab pos="539750" algn="l"/>
                <a:tab pos="1343025" algn="l"/>
                <a:tab pos="3498850" algn="l"/>
                <a:tab pos="4665663" algn="l"/>
                <a:tab pos="5919788" algn="l"/>
                <a:tab pos="7173913" algn="l"/>
              </a:tabLst>
            </a:pPr>
            <a:r>
              <a:rPr lang="de-DE" sz="1200" b="0" dirty="0"/>
              <a:t>Einleitung	Stand der Wissenschaft	Vorgehen	Ergebnisse	Diskussion	Zusammenfassung</a:t>
            </a:r>
          </a:p>
        </p:txBody>
      </p:sp>
      <p:cxnSp>
        <p:nvCxnSpPr>
          <p:cNvPr id="8" name="Gerade Verbindung 13"/>
          <p:cNvCxnSpPr/>
          <p:nvPr userDrawn="1"/>
        </p:nvCxnSpPr>
        <p:spPr bwMode="auto">
          <a:xfrm>
            <a:off x="4749421" y="628350"/>
            <a:ext cx="764275" cy="0"/>
          </a:xfrm>
          <a:prstGeom prst="line">
            <a:avLst/>
          </a:prstGeom>
          <a:solidFill>
            <a:schemeClr val="accent1"/>
          </a:solidFill>
          <a:ln w="28575" cap="flat" cmpd="sng" algn="ctr">
            <a:solidFill>
              <a:schemeClr val="bg2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9" name="Rechteck 8"/>
          <p:cNvSpPr/>
          <p:nvPr userDrawn="1"/>
        </p:nvSpPr>
        <p:spPr bwMode="auto">
          <a:xfrm>
            <a:off x="5820771" y="428764"/>
            <a:ext cx="2845557" cy="173008"/>
          </a:xfrm>
          <a:prstGeom prst="rect">
            <a:avLst/>
          </a:prstGeom>
          <a:solidFill>
            <a:srgbClr val="FFFFFF">
              <a:alpha val="80000"/>
            </a:srgbClr>
          </a:solidFill>
          <a:ln w="9525" algn="ctr">
            <a:noFill/>
            <a:round/>
            <a:headEnd/>
            <a:tailEnd/>
          </a:ln>
        </p:spPr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0" name="Rechteck 9"/>
          <p:cNvSpPr/>
          <p:nvPr userDrawn="1"/>
        </p:nvSpPr>
        <p:spPr bwMode="auto">
          <a:xfrm>
            <a:off x="132801" y="428764"/>
            <a:ext cx="4343665" cy="173008"/>
          </a:xfrm>
          <a:prstGeom prst="rect">
            <a:avLst/>
          </a:prstGeom>
          <a:solidFill>
            <a:srgbClr val="FFFFFF">
              <a:alpha val="80000"/>
            </a:srgbClr>
          </a:solidFill>
          <a:ln w="9525" algn="ctr">
            <a:noFill/>
            <a:round/>
            <a:headEnd/>
            <a:tailEnd/>
          </a:ln>
        </p:spPr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11" name="Bild 2" descr="20150416 tum logo blau png final.png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160665" y="324685"/>
            <a:ext cx="608352" cy="320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68826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68" r:id="rId1"/>
  </p:sldLayoutIdLst>
  <p:hf hdr="0" dt="0"/>
  <p:txStyles>
    <p:titleStyle>
      <a:lvl1pPr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defRPr sz="2200" b="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9pPr>
    </p:titleStyle>
    <p:bodyStyle>
      <a:lvl1pPr algn="l" rtl="0" eaLnBrk="0" fontAlgn="base" hangingPunct="0">
        <a:lnSpc>
          <a:spcPct val="100000"/>
        </a:lnSpc>
        <a:spcBef>
          <a:spcPct val="0"/>
        </a:spcBef>
        <a:spcAft>
          <a:spcPct val="0"/>
        </a:spcAft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176213" indent="-176213" algn="l" rtl="0" eaLnBrk="0" fontAlgn="base" hangingPunct="0">
        <a:lnSpc>
          <a:spcPct val="100000"/>
        </a:lnSpc>
        <a:spcBef>
          <a:spcPct val="0"/>
        </a:spcBef>
        <a:spcAft>
          <a:spcPct val="0"/>
        </a:spcAft>
        <a:buFont typeface="Arial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360363" indent="-184150"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38163" indent="-177800"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14375" indent="-176213"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liennummernplatzhalter 4"/>
          <p:cNvSpPr>
            <a:spLocks noGrp="1"/>
          </p:cNvSpPr>
          <p:nvPr>
            <p:ph type="sldNum" sz="quarter" idx="4"/>
          </p:nvPr>
        </p:nvSpPr>
        <p:spPr>
          <a:xfrm>
            <a:off x="9033245" y="6473314"/>
            <a:ext cx="2736099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1600">
                <a:solidFill>
                  <a:schemeClr val="tx1"/>
                </a:solidFill>
              </a:defRPr>
            </a:lvl1pPr>
          </a:lstStyle>
          <a:p>
            <a:fld id="{CE58CB1E-F828-4F11-99E0-327109AF9DA4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6" name="Fußzeilenplatzhalter 3"/>
          <p:cNvSpPr>
            <a:spLocks noGrp="1"/>
          </p:cNvSpPr>
          <p:nvPr>
            <p:ph type="ftr" sz="quarter" idx="3"/>
          </p:nvPr>
        </p:nvSpPr>
        <p:spPr>
          <a:xfrm>
            <a:off x="414883" y="6473314"/>
            <a:ext cx="8619040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Dissertationskonzept | Tom Winkler</a:t>
            </a:r>
          </a:p>
        </p:txBody>
      </p:sp>
      <p:sp>
        <p:nvSpPr>
          <p:cNvPr id="7" name="Text Box 10"/>
          <p:cNvSpPr txBox="1">
            <a:spLocks noChangeArrowheads="1"/>
          </p:cNvSpPr>
          <p:nvPr userDrawn="1"/>
        </p:nvSpPr>
        <p:spPr bwMode="auto">
          <a:xfrm>
            <a:off x="0" y="370800"/>
            <a:ext cx="12192000" cy="3600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182563" indent="0" algn="l" defTabSz="540000">
              <a:spcBef>
                <a:spcPct val="70000"/>
              </a:spcBef>
              <a:tabLst>
                <a:tab pos="539750" algn="l"/>
                <a:tab pos="1343025" algn="l"/>
                <a:tab pos="3498850" algn="l"/>
                <a:tab pos="4665663" algn="l"/>
                <a:tab pos="5919788" algn="l"/>
                <a:tab pos="7173913" algn="l"/>
              </a:tabLst>
            </a:pPr>
            <a:r>
              <a:rPr lang="de-DE" sz="1200" b="0" dirty="0"/>
              <a:t>Einleitung	Stand der Wissenschaft	Vorgehen	Ergebnisse	Diskussion	Zusammenfassung</a:t>
            </a:r>
          </a:p>
        </p:txBody>
      </p:sp>
      <p:cxnSp>
        <p:nvCxnSpPr>
          <p:cNvPr id="8" name="Gerade Verbindung 13"/>
          <p:cNvCxnSpPr/>
          <p:nvPr userDrawn="1"/>
        </p:nvCxnSpPr>
        <p:spPr bwMode="auto">
          <a:xfrm>
            <a:off x="6005012" y="628350"/>
            <a:ext cx="771101" cy="0"/>
          </a:xfrm>
          <a:prstGeom prst="line">
            <a:avLst/>
          </a:prstGeom>
          <a:solidFill>
            <a:schemeClr val="accent1"/>
          </a:solidFill>
          <a:ln w="28575" cap="flat" cmpd="sng" algn="ctr">
            <a:solidFill>
              <a:schemeClr val="bg2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9" name="Rechteck 8"/>
          <p:cNvSpPr/>
          <p:nvPr userDrawn="1"/>
        </p:nvSpPr>
        <p:spPr bwMode="auto">
          <a:xfrm>
            <a:off x="7103660" y="428764"/>
            <a:ext cx="1542197" cy="173008"/>
          </a:xfrm>
          <a:prstGeom prst="rect">
            <a:avLst/>
          </a:prstGeom>
          <a:solidFill>
            <a:srgbClr val="FFFFFF">
              <a:alpha val="80000"/>
            </a:srgbClr>
          </a:solidFill>
          <a:ln w="9525" algn="ctr">
            <a:noFill/>
            <a:round/>
            <a:headEnd/>
            <a:tailEnd/>
          </a:ln>
        </p:spPr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0" name="Rechteck 9"/>
          <p:cNvSpPr/>
          <p:nvPr userDrawn="1"/>
        </p:nvSpPr>
        <p:spPr bwMode="auto">
          <a:xfrm>
            <a:off x="132802" y="428764"/>
            <a:ext cx="5496900" cy="173008"/>
          </a:xfrm>
          <a:prstGeom prst="rect">
            <a:avLst/>
          </a:prstGeom>
          <a:solidFill>
            <a:srgbClr val="FFFFFF">
              <a:alpha val="80000"/>
            </a:srgbClr>
          </a:solidFill>
          <a:ln w="9525" algn="ctr">
            <a:noFill/>
            <a:round/>
            <a:headEnd/>
            <a:tailEnd/>
          </a:ln>
        </p:spPr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11" name="Bild 2" descr="20150416 tum logo blau png final.png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160665" y="324685"/>
            <a:ext cx="608352" cy="320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42492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75" r:id="rId1"/>
  </p:sldLayoutIdLst>
  <p:hf hdr="0" dt="0"/>
  <p:txStyles>
    <p:titleStyle>
      <a:lvl1pPr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defRPr sz="2200" b="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9pPr>
    </p:titleStyle>
    <p:bodyStyle>
      <a:lvl1pPr algn="l" rtl="0" eaLnBrk="0" fontAlgn="base" hangingPunct="0">
        <a:lnSpc>
          <a:spcPct val="100000"/>
        </a:lnSpc>
        <a:spcBef>
          <a:spcPct val="0"/>
        </a:spcBef>
        <a:spcAft>
          <a:spcPct val="0"/>
        </a:spcAft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176213" indent="-176213" algn="l" rtl="0" eaLnBrk="0" fontAlgn="base" hangingPunct="0">
        <a:lnSpc>
          <a:spcPct val="100000"/>
        </a:lnSpc>
        <a:spcBef>
          <a:spcPct val="0"/>
        </a:spcBef>
        <a:spcAft>
          <a:spcPct val="0"/>
        </a:spcAft>
        <a:buFont typeface="Arial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360363" indent="-184150"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38163" indent="-177800"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14375" indent="-176213"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liennummernplatzhalter 4"/>
          <p:cNvSpPr>
            <a:spLocks noGrp="1"/>
          </p:cNvSpPr>
          <p:nvPr>
            <p:ph type="sldNum" sz="quarter" idx="4"/>
          </p:nvPr>
        </p:nvSpPr>
        <p:spPr>
          <a:xfrm>
            <a:off x="9033245" y="6473314"/>
            <a:ext cx="2736099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1600">
                <a:solidFill>
                  <a:schemeClr val="tx1"/>
                </a:solidFill>
              </a:defRPr>
            </a:lvl1pPr>
          </a:lstStyle>
          <a:p>
            <a:fld id="{CE58CB1E-F828-4F11-99E0-327109AF9DA4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6" name="Fußzeilenplatzhalter 3"/>
          <p:cNvSpPr>
            <a:spLocks noGrp="1"/>
          </p:cNvSpPr>
          <p:nvPr>
            <p:ph type="ftr" sz="quarter" idx="3"/>
          </p:nvPr>
        </p:nvSpPr>
        <p:spPr>
          <a:xfrm>
            <a:off x="414883" y="6473314"/>
            <a:ext cx="8619040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Dissertationskonzept | Tom Winkler</a:t>
            </a:r>
          </a:p>
        </p:txBody>
      </p:sp>
      <p:sp>
        <p:nvSpPr>
          <p:cNvPr id="7" name="Text Box 10"/>
          <p:cNvSpPr txBox="1">
            <a:spLocks noChangeArrowheads="1"/>
          </p:cNvSpPr>
          <p:nvPr userDrawn="1"/>
        </p:nvSpPr>
        <p:spPr bwMode="auto">
          <a:xfrm>
            <a:off x="0" y="370800"/>
            <a:ext cx="12192000" cy="3600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182563" indent="0" algn="l" defTabSz="540000">
              <a:spcBef>
                <a:spcPct val="70000"/>
              </a:spcBef>
              <a:tabLst>
                <a:tab pos="539750" algn="l"/>
                <a:tab pos="1343025" algn="l"/>
                <a:tab pos="3498850" algn="l"/>
                <a:tab pos="4665663" algn="l"/>
                <a:tab pos="5919788" algn="l"/>
                <a:tab pos="7173913" algn="l"/>
              </a:tabLst>
            </a:pPr>
            <a:r>
              <a:rPr lang="de-DE" sz="1200" b="0" dirty="0"/>
              <a:t>Einleitung	Stand der Wissenschaft	Vorgehen	Ergebnisse	Diskussion	Zusammenfassung</a:t>
            </a:r>
          </a:p>
        </p:txBody>
      </p:sp>
      <p:cxnSp>
        <p:nvCxnSpPr>
          <p:cNvPr id="8" name="Gerade Verbindung 13"/>
          <p:cNvCxnSpPr/>
          <p:nvPr userDrawn="1"/>
        </p:nvCxnSpPr>
        <p:spPr bwMode="auto">
          <a:xfrm>
            <a:off x="7253785" y="628350"/>
            <a:ext cx="1323833" cy="0"/>
          </a:xfrm>
          <a:prstGeom prst="line">
            <a:avLst/>
          </a:prstGeom>
          <a:solidFill>
            <a:schemeClr val="accent1"/>
          </a:solidFill>
          <a:ln w="28575" cap="flat" cmpd="sng" algn="ctr">
            <a:solidFill>
              <a:schemeClr val="bg2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9" name="Rechteck 8"/>
          <p:cNvSpPr/>
          <p:nvPr userDrawn="1"/>
        </p:nvSpPr>
        <p:spPr bwMode="auto">
          <a:xfrm>
            <a:off x="132801" y="428764"/>
            <a:ext cx="6820734" cy="173008"/>
          </a:xfrm>
          <a:prstGeom prst="rect">
            <a:avLst/>
          </a:prstGeom>
          <a:solidFill>
            <a:srgbClr val="FFFFFF">
              <a:alpha val="80000"/>
            </a:srgbClr>
          </a:solidFill>
          <a:ln w="9525" algn="ctr">
            <a:noFill/>
            <a:round/>
            <a:headEnd/>
            <a:tailEnd/>
          </a:ln>
        </p:spPr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10" name="Bild 2" descr="20150416 tum logo blau png final.png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160665" y="324685"/>
            <a:ext cx="608352" cy="320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91515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82" r:id="rId1"/>
  </p:sldLayoutIdLst>
  <p:hf hdr="0" dt="0"/>
  <p:txStyles>
    <p:titleStyle>
      <a:lvl1pPr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defRPr sz="2200" b="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9pPr>
    </p:titleStyle>
    <p:bodyStyle>
      <a:lvl1pPr algn="l" rtl="0" eaLnBrk="0" fontAlgn="base" hangingPunct="0">
        <a:lnSpc>
          <a:spcPct val="100000"/>
        </a:lnSpc>
        <a:spcBef>
          <a:spcPct val="0"/>
        </a:spcBef>
        <a:spcAft>
          <a:spcPct val="0"/>
        </a:spcAft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176213" indent="-176213" algn="l" rtl="0" eaLnBrk="0" fontAlgn="base" hangingPunct="0">
        <a:lnSpc>
          <a:spcPct val="100000"/>
        </a:lnSpc>
        <a:spcBef>
          <a:spcPct val="0"/>
        </a:spcBef>
        <a:spcAft>
          <a:spcPct val="0"/>
        </a:spcAft>
        <a:buFont typeface="Arial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360363" indent="-184150"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38163" indent="-177800"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14375" indent="-176213"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A4018B-AAAE-945E-F751-A1571BC688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2C2F567F-4756-E5E1-2E82-14F1899330F4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dirty="0" err="1"/>
              <a:t>Dissenstransfer</a:t>
            </a:r>
            <a:r>
              <a:rPr lang="en-US" dirty="0"/>
              <a:t> | Tom Winkler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7FFF6C53-6E81-A55A-A594-2FCF34712AB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1</a:t>
            </a:fld>
            <a:endParaRPr lang="de-DE" dirty="0"/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B9B2DAD6-B806-4077-0D15-D5925F9A83FC}"/>
              </a:ext>
            </a:extLst>
          </p:cNvPr>
          <p:cNvSpPr txBox="1"/>
          <p:nvPr/>
        </p:nvSpPr>
        <p:spPr>
          <a:xfrm>
            <a:off x="282689" y="1954561"/>
            <a:ext cx="6758260" cy="558454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457200" indent="-457200">
              <a:lnSpc>
                <a:spcPct val="114000"/>
              </a:lnSpc>
              <a:buFont typeface="+mj-lt"/>
              <a:buAutoNum type="arabicParenR"/>
            </a:pPr>
            <a:r>
              <a:rPr lang="en-US" sz="2000" dirty="0">
                <a:latin typeface="+mn-lt"/>
                <a:sym typeface="Wingdings" panose="05000000000000000000" pitchFamily="2" charset="2"/>
              </a:rPr>
              <a:t>User-Inputs zum </a:t>
            </a:r>
            <a:r>
              <a:rPr lang="en-US" sz="2000" dirty="0" err="1">
                <a:latin typeface="+mn-lt"/>
                <a:sym typeface="Wingdings" panose="05000000000000000000" pitchFamily="2" charset="2"/>
              </a:rPr>
              <a:t>Fzg</a:t>
            </a:r>
            <a:r>
              <a:rPr lang="en-US" sz="2000" dirty="0">
                <a:latin typeface="+mn-lt"/>
                <a:sym typeface="Wingdings" panose="05000000000000000000" pitchFamily="2" charset="2"/>
              </a:rPr>
              <a:t>: </a:t>
            </a:r>
          </a:p>
          <a:p>
            <a:pPr marL="914400" lvl="1" indent="-457200">
              <a:lnSpc>
                <a:spcPct val="114000"/>
              </a:lnSpc>
              <a:buFont typeface="Arial" panose="020B0604020202020204" pitchFamily="34" charset="0"/>
              <a:buChar char="•"/>
            </a:pPr>
            <a:r>
              <a:rPr lang="en-US" sz="2000" dirty="0" err="1">
                <a:latin typeface="+mn-lt"/>
                <a:sym typeface="Wingdings" panose="05000000000000000000" pitchFamily="2" charset="2"/>
              </a:rPr>
              <a:t>Fzg-Anschaffungspreis</a:t>
            </a:r>
            <a:r>
              <a:rPr lang="en-US" sz="2000" dirty="0">
                <a:latin typeface="+mn-lt"/>
                <a:sym typeface="Wingdings" panose="05000000000000000000" pitchFamily="2" charset="2"/>
              </a:rPr>
              <a:t>: </a:t>
            </a:r>
            <a:r>
              <a:rPr lang="en-US" sz="2000" dirty="0" err="1">
                <a:latin typeface="+mn-lt"/>
                <a:sym typeface="Wingdings" panose="05000000000000000000" pitchFamily="2" charset="2"/>
              </a:rPr>
              <a:t>z.B.</a:t>
            </a:r>
            <a:r>
              <a:rPr lang="en-US" sz="2000" dirty="0">
                <a:latin typeface="+mn-lt"/>
                <a:sym typeface="Wingdings" panose="05000000000000000000" pitchFamily="2" charset="2"/>
              </a:rPr>
              <a:t> 300.000€</a:t>
            </a:r>
          </a:p>
          <a:p>
            <a:pPr marL="914400" lvl="1" indent="-457200">
              <a:lnSpc>
                <a:spcPct val="114000"/>
              </a:lnSpc>
              <a:buFont typeface="Arial" panose="020B0604020202020204" pitchFamily="34" charset="0"/>
              <a:buChar char="•"/>
            </a:pPr>
            <a:r>
              <a:rPr lang="en-US" sz="2000" dirty="0" err="1">
                <a:latin typeface="+mn-lt"/>
                <a:sym typeface="Wingdings" panose="05000000000000000000" pitchFamily="2" charset="2"/>
              </a:rPr>
              <a:t>Batteriegarantie</a:t>
            </a:r>
            <a:r>
              <a:rPr lang="en-US" sz="2000" dirty="0">
                <a:latin typeface="+mn-lt"/>
                <a:sym typeface="Wingdings" panose="05000000000000000000" pitchFamily="2" charset="2"/>
              </a:rPr>
              <a:t>: </a:t>
            </a:r>
            <a:r>
              <a:rPr lang="en-US" sz="2000" dirty="0" err="1">
                <a:latin typeface="+mn-lt"/>
                <a:sym typeface="Wingdings" panose="05000000000000000000" pitchFamily="2" charset="2"/>
              </a:rPr>
              <a:t>z.B.</a:t>
            </a:r>
            <a:r>
              <a:rPr lang="en-US" sz="2000" dirty="0">
                <a:latin typeface="+mn-lt"/>
                <a:sym typeface="Wingdings" panose="05000000000000000000" pitchFamily="2" charset="2"/>
              </a:rPr>
              <a:t> 72M (MAN), </a:t>
            </a:r>
            <a:br>
              <a:rPr lang="en-US" sz="2000" dirty="0">
                <a:latin typeface="+mn-lt"/>
                <a:sym typeface="Wingdings" panose="05000000000000000000" pitchFamily="2" charset="2"/>
              </a:rPr>
            </a:br>
            <a:r>
              <a:rPr lang="en-US" sz="2000" dirty="0">
                <a:latin typeface="+mn-lt"/>
                <a:sym typeface="Wingdings" panose="05000000000000000000" pitchFamily="2" charset="2"/>
              </a:rPr>
              <a:t>450.000km (SC), 1800 Cycles (MB)</a:t>
            </a:r>
          </a:p>
          <a:p>
            <a:pPr marL="914400" lvl="1" indent="-457200">
              <a:lnSpc>
                <a:spcPct val="114000"/>
              </a:lnSpc>
              <a:buFont typeface="Arial" panose="020B0604020202020204" pitchFamily="34" charset="0"/>
              <a:buChar char="•"/>
            </a:pPr>
            <a:endParaRPr lang="en-US" sz="2000" dirty="0">
              <a:latin typeface="+mn-lt"/>
              <a:sym typeface="Wingdings" panose="05000000000000000000" pitchFamily="2" charset="2"/>
            </a:endParaRPr>
          </a:p>
          <a:p>
            <a:pPr marL="457200" indent="-457200">
              <a:lnSpc>
                <a:spcPct val="114000"/>
              </a:lnSpc>
              <a:buFont typeface="+mj-lt"/>
              <a:buAutoNum type="arabicParenR"/>
            </a:pPr>
            <a:r>
              <a:rPr lang="en-US" sz="2000" dirty="0" err="1">
                <a:sym typeface="Wingdings" panose="05000000000000000000" pitchFamily="2" charset="2"/>
              </a:rPr>
              <a:t>Äquivalent-Zyklen</a:t>
            </a:r>
            <a:r>
              <a:rPr lang="en-US" sz="2000" dirty="0">
                <a:sym typeface="Wingdings" panose="05000000000000000000" pitchFamily="2" charset="2"/>
              </a:rPr>
              <a:t> </a:t>
            </a:r>
            <a:r>
              <a:rPr lang="en-US" sz="2000" dirty="0" err="1">
                <a:sym typeface="Wingdings" panose="05000000000000000000" pitchFamily="2" charset="2"/>
              </a:rPr>
              <a:t>berechnen</a:t>
            </a:r>
            <a:r>
              <a:rPr lang="en-US" sz="2000" dirty="0">
                <a:sym typeface="Wingdings" panose="05000000000000000000" pitchFamily="2" charset="2"/>
              </a:rPr>
              <a:t> </a:t>
            </a:r>
          </a:p>
          <a:p>
            <a:pPr marL="914400" lvl="1" indent="-457200">
              <a:lnSpc>
                <a:spcPct val="114000"/>
              </a:lnSpc>
              <a:buFont typeface="Arial" panose="020B0604020202020204" pitchFamily="34" charset="0"/>
              <a:buChar char="•"/>
            </a:pPr>
            <a:r>
              <a:rPr lang="en-US" sz="2000" dirty="0" err="1">
                <a:sym typeface="Wingdings" panose="05000000000000000000" pitchFamily="2" charset="2"/>
              </a:rPr>
              <a:t>mit</a:t>
            </a:r>
            <a:r>
              <a:rPr lang="en-US" sz="2000" dirty="0">
                <a:sym typeface="Wingdings" panose="05000000000000000000" pitchFamily="2" charset="2"/>
              </a:rPr>
              <a:t> SoC-</a:t>
            </a:r>
            <a:r>
              <a:rPr lang="en-US" sz="2000" dirty="0" err="1">
                <a:sym typeface="Wingdings" panose="05000000000000000000" pitchFamily="2" charset="2"/>
              </a:rPr>
              <a:t>Abhängigkeit</a:t>
            </a:r>
            <a:r>
              <a:rPr lang="en-US" sz="2000" dirty="0">
                <a:sym typeface="Wingdings" panose="05000000000000000000" pitchFamily="2" charset="2"/>
              </a:rPr>
              <a:t> (</a:t>
            </a:r>
            <a:r>
              <a:rPr lang="en-US" sz="2000" dirty="0" err="1">
                <a:sym typeface="Wingdings" panose="05000000000000000000" pitchFamily="2" charset="2"/>
              </a:rPr>
              <a:t>aus</a:t>
            </a:r>
            <a:r>
              <a:rPr lang="en-US" sz="2000" dirty="0">
                <a:sym typeface="Wingdings" panose="05000000000000000000" pitchFamily="2" charset="2"/>
              </a:rPr>
              <a:t> Modell)</a:t>
            </a:r>
          </a:p>
          <a:p>
            <a:pPr marL="914400" lvl="1" indent="-457200">
              <a:lnSpc>
                <a:spcPct val="114000"/>
              </a:lnSpc>
              <a:buFont typeface="Arial" panose="020B0604020202020204" pitchFamily="34" charset="0"/>
              <a:buChar char="•"/>
            </a:pPr>
            <a:r>
              <a:rPr lang="en-US" sz="2000" dirty="0" err="1">
                <a:sym typeface="Wingdings" panose="05000000000000000000" pitchFamily="2" charset="2"/>
              </a:rPr>
              <a:t>ohne</a:t>
            </a:r>
            <a:r>
              <a:rPr lang="en-US" sz="2000" dirty="0">
                <a:sym typeface="Wingdings" panose="05000000000000000000" pitchFamily="2" charset="2"/>
              </a:rPr>
              <a:t> T-</a:t>
            </a:r>
            <a:r>
              <a:rPr lang="en-US" sz="2000" dirty="0" err="1">
                <a:sym typeface="Wingdings" panose="05000000000000000000" pitchFamily="2" charset="2"/>
              </a:rPr>
              <a:t>Abhängigkeit</a:t>
            </a:r>
            <a:r>
              <a:rPr lang="en-US" sz="2000" dirty="0">
                <a:sym typeface="Wingdings" panose="05000000000000000000" pitchFamily="2" charset="2"/>
              </a:rPr>
              <a:t> (TMS)</a:t>
            </a:r>
          </a:p>
          <a:p>
            <a:pPr marL="914400" lvl="1" indent="-457200">
              <a:lnSpc>
                <a:spcPct val="114000"/>
              </a:lnSpc>
              <a:buFont typeface="Arial" panose="020B0604020202020204" pitchFamily="34" charset="0"/>
              <a:buChar char="•"/>
            </a:pPr>
            <a:r>
              <a:rPr lang="en-US" sz="2000" dirty="0" err="1">
                <a:sym typeface="Wingdings" panose="05000000000000000000" pitchFamily="2" charset="2"/>
              </a:rPr>
              <a:t>ohne</a:t>
            </a:r>
            <a:r>
              <a:rPr lang="en-US" sz="2000" dirty="0">
                <a:sym typeface="Wingdings" panose="05000000000000000000" pitchFamily="2" charset="2"/>
              </a:rPr>
              <a:t> C-</a:t>
            </a:r>
            <a:r>
              <a:rPr lang="en-US" sz="2000" dirty="0" err="1">
                <a:sym typeface="Wingdings" panose="05000000000000000000" pitchFamily="2" charset="2"/>
              </a:rPr>
              <a:t>Abhängigkeit</a:t>
            </a:r>
            <a:r>
              <a:rPr lang="en-US" sz="2000" dirty="0">
                <a:sym typeface="Wingdings" panose="05000000000000000000" pitchFamily="2" charset="2"/>
              </a:rPr>
              <a:t> (≤1 </a:t>
            </a:r>
            <a:r>
              <a:rPr lang="en-US" sz="2000" dirty="0" err="1">
                <a:sym typeface="Wingdings" panose="05000000000000000000" pitchFamily="2" charset="2"/>
              </a:rPr>
              <a:t>über</a:t>
            </a:r>
            <a:r>
              <a:rPr lang="en-US" sz="2000" dirty="0">
                <a:sym typeface="Wingdings" panose="05000000000000000000" pitchFamily="2" charset="2"/>
              </a:rPr>
              <a:t> </a:t>
            </a:r>
            <a:r>
              <a:rPr lang="en-US" sz="2000" dirty="0" err="1">
                <a:sym typeface="Wingdings" panose="05000000000000000000" pitchFamily="2" charset="2"/>
              </a:rPr>
              <a:t>Zyklus</a:t>
            </a:r>
            <a:r>
              <a:rPr lang="en-US" sz="2000" dirty="0">
                <a:sym typeface="Wingdings" panose="05000000000000000000" pitchFamily="2" charset="2"/>
              </a:rPr>
              <a:t>)</a:t>
            </a:r>
          </a:p>
          <a:p>
            <a:pPr marL="914400" lvl="1" indent="-457200">
              <a:lnSpc>
                <a:spcPct val="114000"/>
              </a:lnSpc>
              <a:buFont typeface="Arial" panose="020B0604020202020204" pitchFamily="34" charset="0"/>
              <a:buChar char="•"/>
            </a:pPr>
            <a:endParaRPr lang="en-US" sz="2000" dirty="0">
              <a:sym typeface="Wingdings" panose="05000000000000000000" pitchFamily="2" charset="2"/>
            </a:endParaRPr>
          </a:p>
          <a:p>
            <a:pPr marL="457200" indent="-457200">
              <a:lnSpc>
                <a:spcPct val="114000"/>
              </a:lnSpc>
              <a:buFont typeface="+mj-lt"/>
              <a:buAutoNum type="arabicParenR"/>
            </a:pPr>
            <a:r>
              <a:rPr lang="en-US" sz="2000" dirty="0" err="1">
                <a:sym typeface="Wingdings" panose="05000000000000000000" pitchFamily="2" charset="2"/>
              </a:rPr>
              <a:t>Äquivalent-Zyklen</a:t>
            </a:r>
            <a:r>
              <a:rPr lang="en-US" sz="2000" dirty="0">
                <a:sym typeface="Wingdings" panose="05000000000000000000" pitchFamily="2" charset="2"/>
              </a:rPr>
              <a:t> </a:t>
            </a:r>
            <a:r>
              <a:rPr lang="en-US" sz="2000" dirty="0" err="1">
                <a:sym typeface="Wingdings" panose="05000000000000000000" pitchFamily="2" charset="2"/>
              </a:rPr>
              <a:t>bepreisen</a:t>
            </a:r>
            <a:endParaRPr lang="en-US" sz="2000" dirty="0">
              <a:sym typeface="Wingdings" panose="05000000000000000000" pitchFamily="2" charset="2"/>
            </a:endParaRPr>
          </a:p>
          <a:p>
            <a:pPr marL="914400" lvl="1" indent="-457200">
              <a:lnSpc>
                <a:spcPct val="114000"/>
              </a:lnSpc>
              <a:buFont typeface="Arial" panose="020B0604020202020204" pitchFamily="34" charset="0"/>
              <a:buChar char="•"/>
            </a:pPr>
            <a:r>
              <a:rPr lang="en-US" sz="2000" dirty="0" err="1">
                <a:sym typeface="Wingdings" panose="05000000000000000000" pitchFamily="2" charset="2"/>
              </a:rPr>
              <a:t>Bsp</a:t>
            </a:r>
            <a:r>
              <a:rPr lang="en-US" sz="2000" dirty="0">
                <a:sym typeface="Wingdings" panose="05000000000000000000" pitchFamily="2" charset="2"/>
              </a:rPr>
              <a:t>. +1 Cycle/d: MAN = 0€, SC = 333€, MB = 167€</a:t>
            </a:r>
            <a:br>
              <a:rPr lang="en-US" sz="2000" dirty="0">
                <a:sym typeface="Wingdings" panose="05000000000000000000" pitchFamily="2" charset="2"/>
              </a:rPr>
            </a:br>
            <a:r>
              <a:rPr lang="en-US" sz="2000" dirty="0">
                <a:sym typeface="Wingdings" panose="05000000000000000000" pitchFamily="2" charset="2"/>
              </a:rPr>
              <a:t> </a:t>
            </a:r>
          </a:p>
          <a:p>
            <a:pPr marL="914400" lvl="1" indent="-457200">
              <a:lnSpc>
                <a:spcPct val="114000"/>
              </a:lnSpc>
              <a:buFont typeface="Arial" panose="020B0604020202020204" pitchFamily="34" charset="0"/>
              <a:buChar char="•"/>
            </a:pPr>
            <a:endParaRPr lang="en-US" sz="2000" dirty="0">
              <a:sym typeface="Wingdings" panose="05000000000000000000" pitchFamily="2" charset="2"/>
            </a:endParaRPr>
          </a:p>
          <a:p>
            <a:pPr marL="457200" indent="-457200">
              <a:lnSpc>
                <a:spcPct val="114000"/>
              </a:lnSpc>
              <a:buFont typeface="+mj-lt"/>
              <a:buAutoNum type="arabicParenR"/>
            </a:pPr>
            <a:endParaRPr lang="en-US" sz="2000" dirty="0">
              <a:sym typeface="Wingdings" panose="05000000000000000000" pitchFamily="2" charset="2"/>
            </a:endParaRPr>
          </a:p>
          <a:p>
            <a:pPr marL="457200" indent="-457200">
              <a:lnSpc>
                <a:spcPct val="114000"/>
              </a:lnSpc>
              <a:buFont typeface="+mj-lt"/>
              <a:buAutoNum type="arabicParenR"/>
            </a:pPr>
            <a:endParaRPr lang="en-US" sz="2000" dirty="0">
              <a:latin typeface="+mn-lt"/>
              <a:sym typeface="Wingdings" panose="05000000000000000000" pitchFamily="2" charset="2"/>
            </a:endParaRP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87BB4C9D-785E-F1C3-C7E8-4A52C454B7E4}"/>
              </a:ext>
            </a:extLst>
          </p:cNvPr>
          <p:cNvSpPr txBox="1"/>
          <p:nvPr/>
        </p:nvSpPr>
        <p:spPr>
          <a:xfrm>
            <a:off x="282689" y="1060544"/>
            <a:ext cx="2758769" cy="4501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>
              <a:lnSpc>
                <a:spcPct val="114000"/>
              </a:lnSpc>
            </a:pPr>
            <a:r>
              <a:rPr lang="en-US" sz="2800" b="1" dirty="0" err="1"/>
              <a:t>Batteriealterung</a:t>
            </a:r>
            <a:endParaRPr lang="en-US" sz="2800" b="1" dirty="0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C431CFC5-D1D5-613A-B389-962848F111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89161" y="879894"/>
            <a:ext cx="3470744" cy="2635092"/>
          </a:xfrm>
          <a:prstGeom prst="rect">
            <a:avLst/>
          </a:prstGeom>
        </p:spPr>
      </p:pic>
      <p:pic>
        <p:nvPicPr>
          <p:cNvPr id="6" name="Grafik 5">
            <a:extLst>
              <a:ext uri="{FF2B5EF4-FFF2-40B4-BE49-F238E27FC236}">
                <a16:creationId xmlns:a16="http://schemas.microsoft.com/office/drawing/2014/main" id="{2714D1FC-1C0F-A08F-0154-FF614DE5AA3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4717"/>
          <a:stretch>
            <a:fillRect/>
          </a:stretch>
        </p:blipFill>
        <p:spPr>
          <a:xfrm>
            <a:off x="8142464" y="3762615"/>
            <a:ext cx="3911513" cy="2463069"/>
          </a:xfrm>
          <a:prstGeom prst="rect">
            <a:avLst/>
          </a:prstGeom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F69A9C01-4167-48BA-AE03-31C8C67AC6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48377" y="2622017"/>
            <a:ext cx="2794087" cy="18860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828102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UNDODONOTDELETE" val="0"/>
  <p:tag name="EE4P_STYLE_ID" val="6cd991bf-f022-4378-96e7-2c338aeb3f5a"/>
</p:tagLst>
</file>

<file path=ppt/theme/theme1.xml><?xml version="1.0" encoding="utf-8"?>
<a:theme xmlns:a="http://schemas.openxmlformats.org/drawingml/2006/main" name="Inhalt">
  <a:themeElements>
    <a:clrScheme name="TUM">
      <a:dk1>
        <a:sysClr val="windowText" lastClr="000000"/>
      </a:dk1>
      <a:lt1>
        <a:sysClr val="window" lastClr="FFFFFF"/>
      </a:lt1>
      <a:dk2>
        <a:srgbClr val="003359"/>
      </a:dk2>
      <a:lt2>
        <a:srgbClr val="0065BD"/>
      </a:lt2>
      <a:accent1>
        <a:srgbClr val="005293"/>
      </a:accent1>
      <a:accent2>
        <a:srgbClr val="64A0C8"/>
      </a:accent2>
      <a:accent3>
        <a:srgbClr val="98C6EA"/>
      </a:accent3>
      <a:accent4>
        <a:srgbClr val="A2AD00"/>
      </a:accent4>
      <a:accent5>
        <a:srgbClr val="E37222"/>
      </a:accent5>
      <a:accent6>
        <a:srgbClr val="DAD7CB"/>
      </a:accent6>
      <a:hlink>
        <a:srgbClr val="0000FF"/>
      </a:hlink>
      <a:folHlink>
        <a:srgbClr val="800080"/>
      </a:folHlink>
    </a:clrScheme>
    <a:fontScheme name="TUM Aria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<a:prstTxWarp prst="textNoShape">
          <a:avLst/>
        </a:prstTxWarp>
        <a:noAutofit/>
      </a:bodyPr>
      <a:lstStyle>
        <a:defPPr>
          <a:lnSpc>
            <a:spcPct val="114000"/>
          </a:lnSpc>
          <a:defRPr dirty="0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>
          <a:lnSpc>
            <a:spcPct val="114000"/>
          </a:lnSpc>
          <a:defRPr sz="1600" dirty="0" err="1" smtClean="0">
            <a:latin typeface="+mn-lt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Vorlage Vortrag 16-9 2016.pptx" id="{BD9E0DE5-7F93-4F45-84A4-AF0C89D6E076}" vid="{176E6FE0-6BFB-4450-9B62-FB6D33641C6E}"/>
    </a:ext>
  </a:extLst>
</a:theme>
</file>

<file path=ppt/theme/theme2.xml><?xml version="1.0" encoding="utf-8"?>
<a:theme xmlns:a="http://schemas.openxmlformats.org/drawingml/2006/main" name="Einleitung">
  <a:themeElements>
    <a:clrScheme name="TUM">
      <a:dk1>
        <a:sysClr val="windowText" lastClr="000000"/>
      </a:dk1>
      <a:lt1>
        <a:sysClr val="window" lastClr="FFFFFF"/>
      </a:lt1>
      <a:dk2>
        <a:srgbClr val="003359"/>
      </a:dk2>
      <a:lt2>
        <a:srgbClr val="0065BD"/>
      </a:lt2>
      <a:accent1>
        <a:srgbClr val="005293"/>
      </a:accent1>
      <a:accent2>
        <a:srgbClr val="64A0C8"/>
      </a:accent2>
      <a:accent3>
        <a:srgbClr val="98C6EA"/>
      </a:accent3>
      <a:accent4>
        <a:srgbClr val="A2AD00"/>
      </a:accent4>
      <a:accent5>
        <a:srgbClr val="E37222"/>
      </a:accent5>
      <a:accent6>
        <a:srgbClr val="DAD7CB"/>
      </a:accent6>
      <a:hlink>
        <a:srgbClr val="0000FF"/>
      </a:hlink>
      <a:folHlink>
        <a:srgbClr val="800080"/>
      </a:folHlink>
    </a:clrScheme>
    <a:fontScheme name="TUM Aria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<a:prstTxWarp prst="textNoShape">
          <a:avLst/>
        </a:prstTxWarp>
        <a:noAutofit/>
      </a:bodyPr>
      <a:lstStyle>
        <a:defPPr>
          <a:lnSpc>
            <a:spcPct val="114000"/>
          </a:lnSpc>
          <a:defRPr dirty="0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>
          <a:lnSpc>
            <a:spcPct val="114000"/>
          </a:lnSpc>
          <a:defRPr sz="1600" dirty="0" err="1" smtClean="0">
            <a:latin typeface="+mn-lt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Vorlage Vortrag 16-9 2016.pptx" id="{BD9E0DE5-7F93-4F45-84A4-AF0C89D6E076}" vid="{FA6768C4-5F85-4068-B7C3-0F952FD28866}"/>
    </a:ext>
  </a:extLst>
</a:theme>
</file>

<file path=ppt/theme/theme3.xml><?xml version="1.0" encoding="utf-8"?>
<a:theme xmlns:a="http://schemas.openxmlformats.org/drawingml/2006/main" name="SdW">
  <a:themeElements>
    <a:clrScheme name="TUM">
      <a:dk1>
        <a:sysClr val="windowText" lastClr="000000"/>
      </a:dk1>
      <a:lt1>
        <a:sysClr val="window" lastClr="FFFFFF"/>
      </a:lt1>
      <a:dk2>
        <a:srgbClr val="003359"/>
      </a:dk2>
      <a:lt2>
        <a:srgbClr val="0065BD"/>
      </a:lt2>
      <a:accent1>
        <a:srgbClr val="005293"/>
      </a:accent1>
      <a:accent2>
        <a:srgbClr val="64A0C8"/>
      </a:accent2>
      <a:accent3>
        <a:srgbClr val="98C6EA"/>
      </a:accent3>
      <a:accent4>
        <a:srgbClr val="A2AD00"/>
      </a:accent4>
      <a:accent5>
        <a:srgbClr val="E37222"/>
      </a:accent5>
      <a:accent6>
        <a:srgbClr val="DAD7CB"/>
      </a:accent6>
      <a:hlink>
        <a:srgbClr val="0000FF"/>
      </a:hlink>
      <a:folHlink>
        <a:srgbClr val="800080"/>
      </a:folHlink>
    </a:clrScheme>
    <a:fontScheme name="TUM Aria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<a:prstTxWarp prst="textNoShape">
          <a:avLst/>
        </a:prstTxWarp>
        <a:noAutofit/>
      </a:bodyPr>
      <a:lstStyle>
        <a:defPPr>
          <a:lnSpc>
            <a:spcPct val="114000"/>
          </a:lnSpc>
          <a:defRPr dirty="0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>
          <a:lnSpc>
            <a:spcPct val="114000"/>
          </a:lnSpc>
          <a:defRPr sz="1600" dirty="0" err="1" smtClean="0">
            <a:latin typeface="+mn-lt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Vorlage Vortrag 16-9 2016.pptx" id="{BD9E0DE5-7F93-4F45-84A4-AF0C89D6E076}" vid="{63D1A385-6F2A-462A-A48E-1FF778E0F3EC}"/>
    </a:ext>
  </a:extLst>
</a:theme>
</file>

<file path=ppt/theme/theme4.xml><?xml version="1.0" encoding="utf-8"?>
<a:theme xmlns:a="http://schemas.openxmlformats.org/drawingml/2006/main" name="Vorgehen">
  <a:themeElements>
    <a:clrScheme name="TUM">
      <a:dk1>
        <a:sysClr val="windowText" lastClr="000000"/>
      </a:dk1>
      <a:lt1>
        <a:sysClr val="window" lastClr="FFFFFF"/>
      </a:lt1>
      <a:dk2>
        <a:srgbClr val="003359"/>
      </a:dk2>
      <a:lt2>
        <a:srgbClr val="0065BD"/>
      </a:lt2>
      <a:accent1>
        <a:srgbClr val="005293"/>
      </a:accent1>
      <a:accent2>
        <a:srgbClr val="64A0C8"/>
      </a:accent2>
      <a:accent3>
        <a:srgbClr val="98C6EA"/>
      </a:accent3>
      <a:accent4>
        <a:srgbClr val="A2AD00"/>
      </a:accent4>
      <a:accent5>
        <a:srgbClr val="E37222"/>
      </a:accent5>
      <a:accent6>
        <a:srgbClr val="DAD7CB"/>
      </a:accent6>
      <a:hlink>
        <a:srgbClr val="0000FF"/>
      </a:hlink>
      <a:folHlink>
        <a:srgbClr val="800080"/>
      </a:folHlink>
    </a:clrScheme>
    <a:fontScheme name="TUM Aria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<a:prstTxWarp prst="textNoShape">
          <a:avLst/>
        </a:prstTxWarp>
        <a:noAutofit/>
      </a:bodyPr>
      <a:lstStyle>
        <a:defPPr>
          <a:lnSpc>
            <a:spcPct val="114000"/>
          </a:lnSpc>
          <a:defRPr dirty="0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>
          <a:lnSpc>
            <a:spcPct val="114000"/>
          </a:lnSpc>
          <a:defRPr sz="1600" dirty="0" err="1" smtClean="0">
            <a:latin typeface="+mn-lt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Vorlage Vortrag 16-9 2016.pptx" id="{BD9E0DE5-7F93-4F45-84A4-AF0C89D6E076}" vid="{EC69A6EE-2D19-41CD-A741-123992097DFF}"/>
    </a:ext>
  </a:extLst>
</a:theme>
</file>

<file path=ppt/theme/theme5.xml><?xml version="1.0" encoding="utf-8"?>
<a:theme xmlns:a="http://schemas.openxmlformats.org/drawingml/2006/main" name="Ergebnisse">
  <a:themeElements>
    <a:clrScheme name="TUM">
      <a:dk1>
        <a:sysClr val="windowText" lastClr="000000"/>
      </a:dk1>
      <a:lt1>
        <a:sysClr val="window" lastClr="FFFFFF"/>
      </a:lt1>
      <a:dk2>
        <a:srgbClr val="003359"/>
      </a:dk2>
      <a:lt2>
        <a:srgbClr val="0065BD"/>
      </a:lt2>
      <a:accent1>
        <a:srgbClr val="005293"/>
      </a:accent1>
      <a:accent2>
        <a:srgbClr val="64A0C8"/>
      </a:accent2>
      <a:accent3>
        <a:srgbClr val="98C6EA"/>
      </a:accent3>
      <a:accent4>
        <a:srgbClr val="A2AD00"/>
      </a:accent4>
      <a:accent5>
        <a:srgbClr val="E37222"/>
      </a:accent5>
      <a:accent6>
        <a:srgbClr val="DAD7CB"/>
      </a:accent6>
      <a:hlink>
        <a:srgbClr val="0000FF"/>
      </a:hlink>
      <a:folHlink>
        <a:srgbClr val="800080"/>
      </a:folHlink>
    </a:clrScheme>
    <a:fontScheme name="TUM Aria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<a:prstTxWarp prst="textNoShape">
          <a:avLst/>
        </a:prstTxWarp>
        <a:noAutofit/>
      </a:bodyPr>
      <a:lstStyle>
        <a:defPPr>
          <a:lnSpc>
            <a:spcPct val="114000"/>
          </a:lnSpc>
          <a:defRPr dirty="0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>
          <a:lnSpc>
            <a:spcPct val="114000"/>
          </a:lnSpc>
          <a:defRPr sz="1600" dirty="0" err="1" smtClean="0">
            <a:latin typeface="+mn-lt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Vorlage Vortrag 16-9 2016.pptx" id="{BD9E0DE5-7F93-4F45-84A4-AF0C89D6E076}" vid="{DD77D2D4-4E96-4918-B427-369B644E52F4}"/>
    </a:ext>
  </a:extLst>
</a:theme>
</file>

<file path=ppt/theme/theme6.xml><?xml version="1.0" encoding="utf-8"?>
<a:theme xmlns:a="http://schemas.openxmlformats.org/drawingml/2006/main" name="Diskussion">
  <a:themeElements>
    <a:clrScheme name="TUM">
      <a:dk1>
        <a:sysClr val="windowText" lastClr="000000"/>
      </a:dk1>
      <a:lt1>
        <a:sysClr val="window" lastClr="FFFFFF"/>
      </a:lt1>
      <a:dk2>
        <a:srgbClr val="003359"/>
      </a:dk2>
      <a:lt2>
        <a:srgbClr val="0065BD"/>
      </a:lt2>
      <a:accent1>
        <a:srgbClr val="005293"/>
      </a:accent1>
      <a:accent2>
        <a:srgbClr val="64A0C8"/>
      </a:accent2>
      <a:accent3>
        <a:srgbClr val="98C6EA"/>
      </a:accent3>
      <a:accent4>
        <a:srgbClr val="A2AD00"/>
      </a:accent4>
      <a:accent5>
        <a:srgbClr val="E37222"/>
      </a:accent5>
      <a:accent6>
        <a:srgbClr val="DAD7CB"/>
      </a:accent6>
      <a:hlink>
        <a:srgbClr val="0000FF"/>
      </a:hlink>
      <a:folHlink>
        <a:srgbClr val="800080"/>
      </a:folHlink>
    </a:clrScheme>
    <a:fontScheme name="TUM Aria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<a:prstTxWarp prst="textNoShape">
          <a:avLst/>
        </a:prstTxWarp>
        <a:noAutofit/>
      </a:bodyPr>
      <a:lstStyle>
        <a:defPPr>
          <a:lnSpc>
            <a:spcPct val="114000"/>
          </a:lnSpc>
          <a:defRPr dirty="0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>
          <a:lnSpc>
            <a:spcPct val="114000"/>
          </a:lnSpc>
          <a:defRPr sz="1600" dirty="0" err="1" smtClean="0">
            <a:latin typeface="+mn-lt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Vorlage Vortrag 16-9 2016.pptx" id="{BD9E0DE5-7F93-4F45-84A4-AF0C89D6E076}" vid="{9BDAACE7-DEFF-4009-987A-BFA2721BBDF7}"/>
    </a:ext>
  </a:extLst>
</a:theme>
</file>

<file path=ppt/theme/theme7.xml><?xml version="1.0" encoding="utf-8"?>
<a:theme xmlns:a="http://schemas.openxmlformats.org/drawingml/2006/main" name="Zusammenfassung">
  <a:themeElements>
    <a:clrScheme name="TUM">
      <a:dk1>
        <a:sysClr val="windowText" lastClr="000000"/>
      </a:dk1>
      <a:lt1>
        <a:sysClr val="window" lastClr="FFFFFF"/>
      </a:lt1>
      <a:dk2>
        <a:srgbClr val="003359"/>
      </a:dk2>
      <a:lt2>
        <a:srgbClr val="0065BD"/>
      </a:lt2>
      <a:accent1>
        <a:srgbClr val="005293"/>
      </a:accent1>
      <a:accent2>
        <a:srgbClr val="64A0C8"/>
      </a:accent2>
      <a:accent3>
        <a:srgbClr val="98C6EA"/>
      </a:accent3>
      <a:accent4>
        <a:srgbClr val="A2AD00"/>
      </a:accent4>
      <a:accent5>
        <a:srgbClr val="E37222"/>
      </a:accent5>
      <a:accent6>
        <a:srgbClr val="DAD7CB"/>
      </a:accent6>
      <a:hlink>
        <a:srgbClr val="0000FF"/>
      </a:hlink>
      <a:folHlink>
        <a:srgbClr val="800080"/>
      </a:folHlink>
    </a:clrScheme>
    <a:fontScheme name="TUM Aria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<a:prstTxWarp prst="textNoShape">
          <a:avLst/>
        </a:prstTxWarp>
        <a:noAutofit/>
      </a:bodyPr>
      <a:lstStyle>
        <a:defPPr>
          <a:lnSpc>
            <a:spcPct val="114000"/>
          </a:lnSpc>
          <a:defRPr dirty="0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>
          <a:lnSpc>
            <a:spcPct val="114000"/>
          </a:lnSpc>
          <a:defRPr sz="1600" dirty="0" err="1" smtClean="0">
            <a:latin typeface="+mn-lt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Vorlage Vortrag 16-9 2016.pptx" id="{BD9E0DE5-7F93-4F45-84A4-AF0C89D6E076}" vid="{26766319-48BC-4563-B7C6-E5D2B08FA634}"/>
    </a:ext>
  </a:extLst>
</a:theme>
</file>

<file path=ppt/theme/theme8.xml><?xml version="1.0" encoding="utf-8"?>
<a:theme xmlns:a="http://schemas.openxmlformats.org/drawingml/2006/main" name="Larissa-Design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9.xml><?xml version="1.0" encoding="utf-8"?>
<a:theme xmlns:a="http://schemas.openxmlformats.org/drawingml/2006/main" name="Larissa-Design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7D9F769CFF5D224798C97DA9116958A9" ma:contentTypeVersion="9" ma:contentTypeDescription="Ein neues Dokument erstellen." ma:contentTypeScope="" ma:versionID="d2989f41e351195ce280b929c4f8b454">
  <xsd:schema xmlns:xsd="http://www.w3.org/2001/XMLSchema" xmlns:xs="http://www.w3.org/2001/XMLSchema" xmlns:p="http://schemas.microsoft.com/office/2006/metadata/properties" xmlns:ns3="70652e1d-3e9d-4e49-8cdb-684a0e71ba59" targetNamespace="http://schemas.microsoft.com/office/2006/metadata/properties" ma:root="true" ma:fieldsID="83614fd5edcca8cd8552a4a8c438c2f7" ns3:_="">
    <xsd:import namespace="70652e1d-3e9d-4e49-8cdb-684a0e71ba59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_activity" minOccurs="0"/>
                <xsd:element ref="ns3:MediaServiceSystemTags" minOccurs="0"/>
                <xsd:element ref="ns3:MediaServiceOCR" minOccurs="0"/>
                <xsd:element ref="ns3:MediaServiceGenerationTime" minOccurs="0"/>
                <xsd:element ref="ns3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0652e1d-3e9d-4e49-8cdb-684a0e71ba59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_activity" ma:index="12" nillable="true" ma:displayName="_activity" ma:hidden="true" ma:internalName="_activity">
      <xsd:simpleType>
        <xsd:restriction base="dms:Note"/>
      </xsd:simpleType>
    </xsd:element>
    <xsd:element name="MediaServiceSystemTags" ma:index="13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70652e1d-3e9d-4e49-8cdb-684a0e71ba59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84E57CAA-4686-4B98-90C8-4957AC6618A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0652e1d-3e9d-4e49-8cdb-684a0e71ba5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9604404F-0758-4EAB-A9DD-4620EB9B84B7}">
  <ds:schemaRefs>
    <ds:schemaRef ds:uri="http://purl.org/dc/dcmitype/"/>
    <ds:schemaRef ds:uri="http://www.w3.org/XML/1998/namespace"/>
    <ds:schemaRef ds:uri="http://schemas.openxmlformats.org/package/2006/metadata/core-properties"/>
    <ds:schemaRef ds:uri="http://schemas.microsoft.com/office/infopath/2007/PartnerControls"/>
    <ds:schemaRef ds:uri="70652e1d-3e9d-4e49-8cdb-684a0e71ba59"/>
    <ds:schemaRef ds:uri="http://schemas.microsoft.com/office/2006/metadata/properties"/>
    <ds:schemaRef ds:uri="http://schemas.microsoft.com/office/2006/documentManagement/types"/>
    <ds:schemaRef ds:uri="http://purl.org/dc/elements/1.1/"/>
    <ds:schemaRef ds:uri="http://purl.org/dc/terms/"/>
  </ds:schemaRefs>
</ds:datastoreItem>
</file>

<file path=customXml/itemProps3.xml><?xml version="1.0" encoding="utf-8"?>
<ds:datastoreItem xmlns:ds="http://schemas.openxmlformats.org/officeDocument/2006/customXml" ds:itemID="{BDA0B64B-71B5-42AF-B9D6-B13426007F90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Vorlage BASAMA-Vortrag</Template>
  <TotalTime>0</TotalTime>
  <Words>86</Words>
  <Application>Microsoft Office PowerPoint</Application>
  <PresentationFormat>Breitbild</PresentationFormat>
  <Paragraphs>16</Paragraphs>
  <Slides>1</Slides>
  <Notes>1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5</vt:i4>
      </vt:variant>
      <vt:variant>
        <vt:lpstr>Design</vt:lpstr>
      </vt:variant>
      <vt:variant>
        <vt:i4>7</vt:i4>
      </vt:variant>
      <vt:variant>
        <vt:lpstr>Folientitel</vt:lpstr>
      </vt:variant>
      <vt:variant>
        <vt:i4>1</vt:i4>
      </vt:variant>
    </vt:vector>
  </HeadingPairs>
  <TitlesOfParts>
    <vt:vector size="13" baseType="lpstr">
      <vt:lpstr>Arial</vt:lpstr>
      <vt:lpstr>Calibri</vt:lpstr>
      <vt:lpstr>Courier New</vt:lpstr>
      <vt:lpstr>Symbol</vt:lpstr>
      <vt:lpstr>Wingdings</vt:lpstr>
      <vt:lpstr>Inhalt</vt:lpstr>
      <vt:lpstr>Einleitung</vt:lpstr>
      <vt:lpstr>SdW</vt:lpstr>
      <vt:lpstr>Vorgehen</vt:lpstr>
      <vt:lpstr>Ergebnisse</vt:lpstr>
      <vt:lpstr>Diskussion</vt:lpstr>
      <vt:lpstr>Zusammenfassung</vt:lpstr>
      <vt:lpstr>PowerPoint-Präsentation</vt:lpstr>
    </vt:vector>
  </TitlesOfParts>
  <Company>Leibniz-Rechenzentrum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Tom Winkler</dc:creator>
  <cp:lastModifiedBy>Tom Winkler</cp:lastModifiedBy>
  <cp:revision>369</cp:revision>
  <cp:lastPrinted>2015-07-30T14:04:45Z</cp:lastPrinted>
  <dcterms:created xsi:type="dcterms:W3CDTF">2024-06-17T11:01:31Z</dcterms:created>
  <dcterms:modified xsi:type="dcterms:W3CDTF">2026-09-02T07:45:39Z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0x0101007D9F769CFF5D224798C97DA9116958A9</vt:lpwstr>
  </property>
</Properties>
</file>