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585F7F-62A1-2924-0452-EA7240332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AB2358B-136D-F707-8ED5-41420CCCB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138C30-FFC4-B288-E76E-1624D0BB6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AAB9-ADFC-4C2F-BA80-78B82BDA91F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B3A0C0-DC1E-17D7-A89B-BBBDB21FF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74FEE8-4C77-73B8-297D-35F63278E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DF751-D015-4A7D-8886-D2F8EB92B7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00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DE6891-1FEB-E7DB-C652-E4FE4FC88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AE7EF6-0B22-C4AA-1829-86D078453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4E7807-170B-33CC-80EC-8D98302F6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AAB9-ADFC-4C2F-BA80-78B82BDA91F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E46733-7162-41C4-B498-276CB42AB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A9F7DB-1F89-3387-8AE1-14F0EE58D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DF751-D015-4A7D-8886-D2F8EB92B7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95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2C1350-64EB-74A4-C024-D69ED7EE4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E8C71A-4C0E-C2E0-98AB-D1D028B48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F3DF45-0AEB-F2C4-7579-93470E3F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AAB9-ADFC-4C2F-BA80-78B82BDA91F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640652-D314-4EF8-18C7-21A1D10A4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39B891-AAA5-0832-FFA5-866EEA83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DF751-D015-4A7D-8886-D2F8EB92B7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179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1DCF7E-8EDA-3341-70C4-864CA8A0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8FB6BD-5250-9BED-AE96-74223A38BC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D44C9B3-A3BD-C3CF-0D63-77D2DA613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C00BFF6-5C0D-5C09-79C2-915C98792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AAB9-ADFC-4C2F-BA80-78B82BDA91F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E388E20-F7F0-CE60-16A7-0184602B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1CA755B-40B2-BE78-52EF-05D2A2D00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DF751-D015-4A7D-8886-D2F8EB92B7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52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67436D-3A4D-49D1-EFFF-2A55E634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B8E2D6B-DA5A-D543-A415-A48ADDEE4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281B2E3-57D7-4BE8-C36F-2699DA49D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A043DEB-B8AA-2402-5EC4-60EDD0AA6F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4FCB464-BC9C-E3D8-8BC7-F0FD9E85F8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9A48580-202A-1417-09A6-354A3F257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AAB9-ADFC-4C2F-BA80-78B82BDA91F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D37F2AF-13F9-6621-1EAE-469270215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9F36B2E-B973-E6DF-0100-FFA859EA3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DF751-D015-4A7D-8886-D2F8EB92B7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92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207D4F-EDE1-BE1C-A22C-F561E2E26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8884128-5B03-A25A-E9DD-C8C408D95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AAB9-ADFC-4C2F-BA80-78B82BDA91F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5C0DBFB-0B87-67A5-4DE3-E5513C5D4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700C735-F2A2-23BD-7BA5-1DE90DCD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DF751-D015-4A7D-8886-D2F8EB92B7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84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8625CA6-F667-E436-0AA8-BF801406C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AAB9-ADFC-4C2F-BA80-78B82BDA91F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E214847-922D-2CC1-FE8C-E45D784F0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92690C2-17AA-4287-1A17-C4FFAAB8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DF751-D015-4A7D-8886-D2F8EB92B7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15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806397-7F73-FB52-8938-0496FF069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879D90-C22D-2834-C39B-FFBEC23A4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88F08EB-FE62-F48B-80C0-70AFBB10F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34ADED1-6CAC-402D-1011-22FE9281B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AAB9-ADFC-4C2F-BA80-78B82BDA91F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277C6C-19D9-7381-6920-22AA39476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D6A9012-73CA-F9A3-9B54-F23DEABC3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DF751-D015-4A7D-8886-D2F8EB92B7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9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4F3170-362A-08B3-4079-E2F0B6CE7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925936C-446C-CBB1-207B-2366EF2490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948592E-3808-FCFE-1D05-0DDCE1E28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1A129FF-B845-05B8-347C-C1A8368AA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AAB9-ADFC-4C2F-BA80-78B82BDA91F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E02B56D-2DD6-FFAF-C5B6-F5EA1FA33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5C0D9BA-3A53-9384-CCEA-66E98842C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DF751-D015-4A7D-8886-D2F8EB92B7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6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BC023C-6149-EC2D-67A3-14B255805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42E6AC0-2C6C-7F46-B932-8F43353B1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D9D269-CD12-AFE6-9624-C317C45F7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AAB9-ADFC-4C2F-BA80-78B82BDA91F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F50D17-66E9-95C8-985B-D9D84A8CE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1EAC0A-3445-8976-249C-A3603DE5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DF751-D015-4A7D-8886-D2F8EB92B7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36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6E2878F-8FED-334A-6862-C2935AAD20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3031A64-FB25-B4CB-020B-8FF0418C2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87B1FE-15D2-2754-BDC9-8AB161256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AAB9-ADFC-4C2F-BA80-78B82BDA91F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2A63E1-2A55-BCF7-5839-3BE2E645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74E630-DA6F-1124-3D5D-06078C69A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DF751-D015-4A7D-8886-D2F8EB92B7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61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DB78222-79DA-6C61-6A04-6F4236742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D46AE94-E1D7-8E68-EF5E-E99A60186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0D56F7-231D-37A2-FAFC-7FD17877A7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75AAB9-ADFC-4C2F-BA80-78B82BDA91F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2B9712-3333-5525-2156-D3FB46327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99DF96-0AD2-FF5D-B93A-C88B878D9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DDF751-D015-4A7D-8886-D2F8EB92B7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689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5CFCF573-AA4A-5C23-2562-0F57BEA26F7F}"/>
              </a:ext>
            </a:extLst>
          </p:cNvPr>
          <p:cNvSpPr txBox="1"/>
          <p:nvPr/>
        </p:nvSpPr>
        <p:spPr>
          <a:xfrm>
            <a:off x="228601" y="4524738"/>
            <a:ext cx="56586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Electric Vehicle Scheduling and Charging Problem (E-VSCP)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50CC09A-7CF2-D83E-D19B-732865632CCE}"/>
              </a:ext>
            </a:extLst>
          </p:cNvPr>
          <p:cNvSpPr txBox="1"/>
          <p:nvPr/>
        </p:nvSpPr>
        <p:spPr>
          <a:xfrm>
            <a:off x="216385" y="1173039"/>
            <a:ext cx="48678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Vehicle Routing Problem (VRP)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2C2299E-77FF-A135-8657-4E69E6CF5645}"/>
              </a:ext>
            </a:extLst>
          </p:cNvPr>
          <p:cNvSpPr txBox="1"/>
          <p:nvPr/>
        </p:nvSpPr>
        <p:spPr>
          <a:xfrm>
            <a:off x="216385" y="2595581"/>
            <a:ext cx="119511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Vehicle Routing Problem with Pickups and Deliveries and Time Windows (VRP-PDTW) = Pickup and Delivery Problem with Time Windows (PDP-TW)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9D12B42-323B-0E10-5619-7B94C55A9153}"/>
              </a:ext>
            </a:extLst>
          </p:cNvPr>
          <p:cNvSpPr txBox="1"/>
          <p:nvPr/>
        </p:nvSpPr>
        <p:spPr>
          <a:xfrm>
            <a:off x="216385" y="4284194"/>
            <a:ext cx="5535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Electric Vehicle Scheduling Problem (E-VSP)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5D3E81C-8B93-5F60-C0D7-88968BA96FF0}"/>
              </a:ext>
            </a:extLst>
          </p:cNvPr>
          <p:cNvSpPr txBox="1"/>
          <p:nvPr/>
        </p:nvSpPr>
        <p:spPr>
          <a:xfrm>
            <a:off x="216385" y="1911405"/>
            <a:ext cx="8000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Electric Vehicle Routing Problem with Time Windows and Mixed Fleet (E-VRP-TWMF)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7EE1859-3F83-2687-7978-D2F75B8765E6}"/>
              </a:ext>
            </a:extLst>
          </p:cNvPr>
          <p:cNvSpPr txBox="1"/>
          <p:nvPr/>
        </p:nvSpPr>
        <p:spPr>
          <a:xfrm>
            <a:off x="216385" y="1525459"/>
            <a:ext cx="71946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Electric Fleet Size and Mix VRP with Time Windows (E-FSMVRP-TW)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FBE5C57-EEF6-2C74-DE7A-6713210BEC08}"/>
              </a:ext>
            </a:extLst>
          </p:cNvPr>
          <p:cNvSpPr txBox="1"/>
          <p:nvPr/>
        </p:nvSpPr>
        <p:spPr>
          <a:xfrm>
            <a:off x="240817" y="5183942"/>
            <a:ext cx="111096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Electric Vehicle Scheduling and Charging Problem with Time Windows, Mixed Fleet, and Bidirectional Charging (E-VSCP-TWMFBC)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E60CF06-A245-580A-F019-3DFF5537FF52}"/>
              </a:ext>
            </a:extLst>
          </p:cNvPr>
          <p:cNvSpPr txBox="1"/>
          <p:nvPr/>
        </p:nvSpPr>
        <p:spPr>
          <a:xfrm>
            <a:off x="216385" y="373134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Scheduling Problem (SP)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414C103-6D8F-6F42-54CB-05AA883F9068}"/>
              </a:ext>
            </a:extLst>
          </p:cNvPr>
          <p:cNvSpPr txBox="1"/>
          <p:nvPr/>
        </p:nvSpPr>
        <p:spPr>
          <a:xfrm>
            <a:off x="216385" y="867876"/>
            <a:ext cx="48678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Routing Problem (RP)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68E1E23-D21B-C777-4E7B-0EC844584659}"/>
              </a:ext>
            </a:extLst>
          </p:cNvPr>
          <p:cNvSpPr txBox="1"/>
          <p:nvPr/>
        </p:nvSpPr>
        <p:spPr>
          <a:xfrm>
            <a:off x="218661" y="2252805"/>
            <a:ext cx="103698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Vehicle Routing Problem with Pickups and Deliveries (VRP-PD) = Pickup and Delivery Problem (PDP)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43E454C-C974-11E1-BC5D-53F3FFDD8B4B}"/>
              </a:ext>
            </a:extLst>
          </p:cNvPr>
          <p:cNvSpPr txBox="1"/>
          <p:nvPr/>
        </p:nvSpPr>
        <p:spPr>
          <a:xfrm>
            <a:off x="240817" y="4851936"/>
            <a:ext cx="89429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Electric Vehicle Scheduling 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Charging Problem </a:t>
            </a:r>
            <a:r>
              <a:rPr lang="en-US" sz="1400" dirty="0"/>
              <a:t>with Time Windows and Mixed Fleet (E-VSCP-TWMF)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81EC117-1A7B-4ECC-8183-84F2C308591A}"/>
              </a:ext>
            </a:extLst>
          </p:cNvPr>
          <p:cNvSpPr txBox="1"/>
          <p:nvPr/>
        </p:nvSpPr>
        <p:spPr>
          <a:xfrm>
            <a:off x="216385" y="2893000"/>
            <a:ext cx="65125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Vehicle Routing Problem with Mixed Fleet and Multiple Chargers (VRP-MFMC)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9E818C0-8718-8A96-A89B-D6E7FC3DC162}"/>
              </a:ext>
            </a:extLst>
          </p:cNvPr>
          <p:cNvSpPr txBox="1"/>
          <p:nvPr/>
        </p:nvSpPr>
        <p:spPr>
          <a:xfrm>
            <a:off x="240817" y="398386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Vehicle Scheduling Problem (VSP)</a:t>
            </a:r>
          </a:p>
        </p:txBody>
      </p:sp>
    </p:spTree>
    <p:extLst>
      <p:ext uri="{BB962C8B-B14F-4D97-AF65-F5344CB8AC3E}">
        <p14:creationId xmlns:p14="http://schemas.microsoft.com/office/powerpoint/2010/main" val="2421312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Breitbild</PresentationFormat>
  <Paragraphs>13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Winkler</dc:creator>
  <cp:lastModifiedBy>Tom Winkler</cp:lastModifiedBy>
  <cp:revision>1</cp:revision>
  <dcterms:created xsi:type="dcterms:W3CDTF">2026-01-29T14:17:58Z</dcterms:created>
  <dcterms:modified xsi:type="dcterms:W3CDTF">2026-01-29T14:18:21Z</dcterms:modified>
</cp:coreProperties>
</file>